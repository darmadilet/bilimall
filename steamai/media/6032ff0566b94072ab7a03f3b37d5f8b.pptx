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7"/>
    <p:sldId id="258" r:id="rId8"/>
    <p:sldId id="259" r:id="rId9"/>
    <p:sldId id="260" r:id="rId10"/>
    <p:sldId id="261" r:id="rId11"/>
    <p:sldId id="262" r:id="rId12"/>
    <p:sldId id="263" r:id="rId13"/>
    <p:sldId id="264" r:id="rId14"/>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95" d="100"/>
          <a:sy n="95" d="100"/>
        </p:scale>
        <p:origin x="-1138" y="-77"/>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sp>
        <p:nvSpPr>
          <p:cNvPr id="16" name="Rounded Rectangle 15"/>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p:nvGrpSpPr>
        <p:grpSpPr bwMode="hidden">
          <a:xfrm>
            <a:off x="211665" y="5353963"/>
            <a:ext cx="8723376" cy="1331580"/>
            <a:chOff x="-3905250" y="4294188"/>
            <a:chExt cx="13011150" cy="1892300"/>
          </a:xfrm>
        </p:grpSpPr>
        <p:sp>
          <p:nvSpPr>
            <p:cNvPr id="11"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5"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ctrTitle"/>
          </p:nvPr>
        </p:nvSpPr>
        <p:spPr>
          <a:xfrm>
            <a:off x="685800" y="1600200"/>
            <a:ext cx="7772400" cy="1780108"/>
          </a:xfrm>
        </p:spPr>
        <p:txBody>
          <a:bodyPr anchor="b">
            <a:normAutofit/>
          </a:bodyPr>
          <a:lstStyle>
            <a:lvl1pPr>
              <a:defRPr sz="4400">
                <a:solidFill>
                  <a:srgbClr val="FFFFFF"/>
                </a:solidFill>
              </a:defRPr>
            </a:lvl1pPr>
          </a:lstStyle>
          <a:p>
            <a:r>
              <a:rPr lang="ru-RU" smtClean="0"/>
              <a:t>Образец заголовка</a:t>
            </a:r>
            <a:endParaRPr lang="en-US" dirty="0"/>
          </a:p>
        </p:txBody>
      </p:sp>
      <p:sp>
        <p:nvSpPr>
          <p:cNvPr id="3" name="Subtitle 2"/>
          <p:cNvSpPr>
            <a:spLocks noGrp="1"/>
          </p:cNvSpPr>
          <p:nvPr>
            <p:ph type="subTitle" idx="1"/>
          </p:nvPr>
        </p:nvSpPr>
        <p:spPr>
          <a:xfrm>
            <a:off x="1371600" y="3556001"/>
            <a:ext cx="6400800" cy="14732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en-US" dirty="0"/>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
        <p:nvSpPr>
          <p:cNvPr id="7" name="Title 6"/>
          <p:cNvSpPr>
            <a:spLocks noGrp="1"/>
          </p:cNvSpPr>
          <p:nvPr>
            <p:ph type="title"/>
          </p:nvPr>
        </p:nvSpPr>
        <p:spPr/>
        <p:txBody>
          <a:bodyPr/>
          <a:lstStyle/>
          <a:p>
            <a:r>
              <a:rPr lang="ru-RU" smtClean="0"/>
              <a:t>Образец заголовка</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Заголовок раздела">
    <p:spTree>
      <p:nvGrpSpPr>
        <p:cNvPr id="1" name=""/>
        <p:cNvGrpSpPr/>
        <p:nvPr/>
      </p:nvGrpSpPr>
      <p:grpSpPr>
        <a:xfrm>
          <a:off x="0" y="0"/>
          <a:ext cx="0" cy="0"/>
          <a:chOff x="0" y="0"/>
          <a:chExt cx="0" cy="0"/>
        </a:xfrm>
      </p:grpSpPr>
      <p:sp>
        <p:nvSpPr>
          <p:cNvPr id="14" name="Rounded Rectangle 13"/>
          <p:cNvSpPr/>
          <p:nvPr/>
        </p:nvSpPr>
        <p:spPr>
          <a:xfrm>
            <a:off x="228600" y="228600"/>
            <a:ext cx="8695944" cy="4736592"/>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14"/>
          <p:cNvSpPr>
            <a:spLocks/>
          </p:cNvSpPr>
          <p:nvPr/>
        </p:nvSpPr>
        <p:spPr bwMode="hidden">
          <a:xfrm>
            <a:off x="6047438" y="4203592"/>
            <a:ext cx="2876429" cy="714026"/>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18"/>
          <p:cNvSpPr>
            <a:spLocks/>
          </p:cNvSpPr>
          <p:nvPr/>
        </p:nvSpPr>
        <p:spPr bwMode="hidden">
          <a:xfrm>
            <a:off x="2619320" y="4075290"/>
            <a:ext cx="5544515" cy="850138"/>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22"/>
          <p:cNvSpPr>
            <a:spLocks/>
          </p:cNvSpPr>
          <p:nvPr/>
        </p:nvSpPr>
        <p:spPr bwMode="hidden">
          <a:xfrm>
            <a:off x="2828728" y="4087562"/>
            <a:ext cx="5467980" cy="774272"/>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6"/>
          <p:cNvSpPr>
            <a:spLocks/>
          </p:cNvSpPr>
          <p:nvPr/>
        </p:nvSpPr>
        <p:spPr bwMode="hidden">
          <a:xfrm>
            <a:off x="5609489" y="4074174"/>
            <a:ext cx="3308000" cy="651549"/>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3" name="Freeform 10"/>
          <p:cNvSpPr>
            <a:spLocks/>
          </p:cNvSpPr>
          <p:nvPr/>
        </p:nvSpPr>
        <p:spPr bwMode="hidden">
          <a:xfrm>
            <a:off x="211665" y="4058555"/>
            <a:ext cx="8723376" cy="1329874"/>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p:cNvSpPr>
            <a:spLocks noGrp="1"/>
          </p:cNvSpPr>
          <p:nvPr>
            <p:ph type="title"/>
          </p:nvPr>
        </p:nvSpPr>
        <p:spPr>
          <a:xfrm>
            <a:off x="690032" y="2463560"/>
            <a:ext cx="7772400" cy="1524000"/>
          </a:xfrm>
        </p:spPr>
        <p:txBody>
          <a:bodyPr anchor="t">
            <a:normAutofit/>
          </a:bodyPr>
          <a:lstStyle>
            <a:lvl1pPr algn="ctr">
              <a:defRPr sz="4400" b="0" cap="none"/>
            </a:lvl1pPr>
          </a:lstStyle>
          <a:p>
            <a:r>
              <a:rPr lang="ru-RU" smtClean="0"/>
              <a:t>Образец заголовка</a:t>
            </a:r>
            <a:endParaRPr lang="en-US" dirty="0"/>
          </a:p>
        </p:txBody>
      </p:sp>
      <p:sp>
        <p:nvSpPr>
          <p:cNvPr id="3" name="Text Placeholder 2"/>
          <p:cNvSpPr>
            <a:spLocks noGrp="1"/>
          </p:cNvSpPr>
          <p:nvPr>
            <p:ph type="body" idx="1"/>
          </p:nvPr>
        </p:nvSpPr>
        <p:spPr>
          <a:xfrm>
            <a:off x="1367365" y="1437448"/>
            <a:ext cx="6417734" cy="939801"/>
          </a:xfrm>
        </p:spPr>
        <p:txBody>
          <a:bodyPr anchor="b">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5" name="Date Placeholder 4"/>
          <p:cNvSpPr>
            <a:spLocks noGrp="1"/>
          </p:cNvSpPr>
          <p:nvPr>
            <p:ph type="dt" sz="half" idx="10"/>
          </p:nvPr>
        </p:nvSpPr>
        <p:spPr/>
        <p:txBody>
          <a:bodyPr/>
          <a:lstStyle/>
          <a:p>
            <a:fld id="{B4C71EC6-210F-42DE-9C53-41977AD35B3D}" type="datetimeFigureOut">
              <a:rPr lang="ru-RU" smtClean="0"/>
              <a:t>16.05.2025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
        <p:nvSpPr>
          <p:cNvPr id="9" name="Content Placeholder 8"/>
          <p:cNvSpPr>
            <a:spLocks noGrp="1"/>
          </p:cNvSpPr>
          <p:nvPr>
            <p:ph sz="quarter" idx="13"/>
          </p:nvPr>
        </p:nvSpPr>
        <p:spPr>
          <a:xfrm>
            <a:off x="676655" y="2679192"/>
            <a:ext cx="3822192" cy="34472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11" name="Content Placeholder 10"/>
          <p:cNvSpPr>
            <a:spLocks noGrp="1"/>
          </p:cNvSpPr>
          <p:nvPr>
            <p:ph sz="quarter" idx="14"/>
          </p:nvPr>
        </p:nvSpPr>
        <p:spPr>
          <a:xfrm>
            <a:off x="4645152" y="2679192"/>
            <a:ext cx="3822192" cy="34472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ru-RU" smtClean="0"/>
              <a:t>Образец заголовка</a:t>
            </a:r>
            <a:endParaRPr lang="en-US"/>
          </a:p>
        </p:txBody>
      </p:sp>
      <p:sp>
        <p:nvSpPr>
          <p:cNvPr id="3" name="Text Placeholder 2"/>
          <p:cNvSpPr>
            <a:spLocks noGrp="1"/>
          </p:cNvSpPr>
          <p:nvPr>
            <p:ph type="body" idx="1"/>
          </p:nvPr>
        </p:nvSpPr>
        <p:spPr>
          <a:xfrm>
            <a:off x="676656" y="2678114"/>
            <a:ext cx="3822192" cy="639762"/>
          </a:xfrm>
        </p:spPr>
        <p:txBody>
          <a:bodyPr anchor="ctr"/>
          <a:lstStyle>
            <a:lvl1pPr marL="0" indent="0" algn="ctr">
              <a:buNone/>
              <a:defRPr sz="24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Content Placeholder 3"/>
          <p:cNvSpPr>
            <a:spLocks noGrp="1"/>
          </p:cNvSpPr>
          <p:nvPr>
            <p:ph sz="half" idx="2"/>
          </p:nvPr>
        </p:nvSpPr>
        <p:spPr>
          <a:xfrm>
            <a:off x="677332" y="3429000"/>
            <a:ext cx="3820055"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Text Placeholder 4"/>
          <p:cNvSpPr>
            <a:spLocks noGrp="1"/>
          </p:cNvSpPr>
          <p:nvPr>
            <p:ph type="body" sz="quarter" idx="3"/>
          </p:nvPr>
        </p:nvSpPr>
        <p:spPr>
          <a:xfrm>
            <a:off x="4648200" y="2678113"/>
            <a:ext cx="3822192" cy="639762"/>
          </a:xfrm>
        </p:spPr>
        <p:txBody>
          <a:bodyPr anchor="ctr"/>
          <a:lstStyle>
            <a:lvl1pPr marL="0" indent="0" algn="ctr">
              <a:buNone/>
              <a:defRPr sz="2400" b="0" i="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Content Placeholder 5"/>
          <p:cNvSpPr>
            <a:spLocks noGrp="1"/>
          </p:cNvSpPr>
          <p:nvPr>
            <p:ph sz="quarter" idx="4"/>
          </p:nvPr>
        </p:nvSpPr>
        <p:spPr>
          <a:xfrm>
            <a:off x="4645025" y="3429000"/>
            <a:ext cx="3822192"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7" name="Date Placeholder 6"/>
          <p:cNvSpPr>
            <a:spLocks noGrp="1"/>
          </p:cNvSpPr>
          <p:nvPr>
            <p:ph type="dt" sz="half" idx="10"/>
          </p:nvPr>
        </p:nvSpPr>
        <p:spPr/>
        <p:txBody>
          <a:bodyPr/>
          <a:lstStyle/>
          <a:p>
            <a:fld id="{B4C71EC6-210F-42DE-9C53-41977AD35B3D}" type="datetimeFigureOut">
              <a:rPr lang="ru-RU" smtClean="0"/>
              <a:t>16.05.2025</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3" name="Date Placeholder 2"/>
          <p:cNvSpPr>
            <a:spLocks noGrp="1"/>
          </p:cNvSpPr>
          <p:nvPr>
            <p:ph type="dt" sz="half" idx="10"/>
          </p:nvPr>
        </p:nvSpPr>
        <p:spPr/>
        <p:txBody>
          <a:bodyPr/>
          <a:lstStyle/>
          <a:p>
            <a:fld id="{B4C71EC6-210F-42DE-9C53-41977AD35B3D}" type="datetimeFigureOut">
              <a:rPr lang="ru-RU" smtClean="0"/>
              <a:t>16.05.2025</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Пустой слайд">
    <p:spTree>
      <p:nvGrpSpPr>
        <p:cNvPr id="1" name=""/>
        <p:cNvGrpSpPr/>
        <p:nvPr/>
      </p:nvGrpSpPr>
      <p:grpSpPr>
        <a:xfrm>
          <a:off x="0" y="0"/>
          <a:ext cx="0" cy="0"/>
          <a:chOff x="0" y="0"/>
          <a:chExt cx="0" cy="0"/>
        </a:xfrm>
      </p:grpSpPr>
      <p:sp>
        <p:nvSpPr>
          <p:cNvPr id="12" name="Rounded Rectangle 11"/>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p:cNvGrpSpPr>
            <a:grpSpLocks noChangeAspect="1"/>
          </p:cNvGrpSpPr>
          <p:nvPr/>
        </p:nvGrpSpPr>
        <p:grpSpPr bwMode="hidden">
          <a:xfrm>
            <a:off x="211665" y="714191"/>
            <a:ext cx="8723376" cy="1329874"/>
            <a:chOff x="-3905251" y="4294188"/>
            <a:chExt cx="13027839" cy="1892300"/>
          </a:xfrm>
        </p:grpSpPr>
        <p:sp>
          <p:nvSpPr>
            <p:cNvPr id="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Date Placeholder 1"/>
          <p:cNvSpPr>
            <a:spLocks noGrp="1"/>
          </p:cNvSpPr>
          <p:nvPr>
            <p:ph type="dt" sz="half" idx="10"/>
          </p:nvPr>
        </p:nvSpPr>
        <p:spPr/>
        <p:txBody>
          <a:bodyPr/>
          <a:lstStyle/>
          <a:p>
            <a:fld id="{B4C71EC6-210F-42DE-9C53-41977AD35B3D}" type="datetimeFigureOut">
              <a:rPr lang="ru-RU" smtClean="0"/>
              <a:t>16.05.2025</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Объект с подписью">
    <p:spTree>
      <p:nvGrpSpPr>
        <p:cNvPr id="1" name=""/>
        <p:cNvGrpSpPr/>
        <p:nvPr/>
      </p:nvGrpSpPr>
      <p:grpSpPr>
        <a:xfrm>
          <a:off x="0" y="0"/>
          <a:ext cx="0" cy="0"/>
          <a:chOff x="0" y="0"/>
          <a:chExt cx="0" cy="0"/>
        </a:xfrm>
      </p:grpSpPr>
      <p:sp>
        <p:nvSpPr>
          <p:cNvPr id="15" name="Rounded Rectangle 14"/>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B4C71EC6-210F-42DE-9C53-41977AD35B3D}" type="datetimeFigureOut">
              <a:rPr lang="ru-RU" smtClean="0"/>
              <a:t>16.05.2025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
        <p:nvSpPr>
          <p:cNvPr id="4" name="Text Placeholder 3"/>
          <p:cNvSpPr>
            <a:spLocks noGrp="1"/>
          </p:cNvSpPr>
          <p:nvPr>
            <p:ph type="body" sz="half" idx="2"/>
          </p:nvPr>
        </p:nvSpPr>
        <p:spPr>
          <a:xfrm>
            <a:off x="914400" y="3581400"/>
            <a:ext cx="3352800" cy="1905001"/>
          </a:xfrm>
        </p:spPr>
        <p:txBody>
          <a:bodyPr anchor="t">
            <a:normAutofit/>
          </a:bodyPr>
          <a:lstStyle>
            <a:lvl1pPr marL="0" indent="0">
              <a:spcBef>
                <a:spcPts val="0"/>
              </a:spcBef>
              <a:spcAft>
                <a:spcPts val="600"/>
              </a:spcAft>
              <a:buNone/>
              <a:defRPr sz="18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grpSp>
        <p:nvGrpSpPr>
          <p:cNvPr id="2" name="Group 23"/>
          <p:cNvGrpSpPr>
            <a:grpSpLocks noChangeAspect="1"/>
          </p:cNvGrpSpPr>
          <p:nvPr/>
        </p:nvGrpSpPr>
        <p:grpSpPr bwMode="hidden">
          <a:xfrm>
            <a:off x="211665" y="714191"/>
            <a:ext cx="8723376" cy="1331580"/>
            <a:chOff x="-3905250" y="4294188"/>
            <a:chExt cx="13011150" cy="1892300"/>
          </a:xfrm>
        </p:grpSpPr>
        <p:sp>
          <p:nvSpPr>
            <p:cNvPr id="25"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9" name="Freeform 28"/>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2" name="Title 21"/>
          <p:cNvSpPr>
            <a:spLocks noGrp="1"/>
          </p:cNvSpPr>
          <p:nvPr>
            <p:ph type="title"/>
          </p:nvPr>
        </p:nvSpPr>
        <p:spPr>
          <a:xfrm>
            <a:off x="914400" y="2286000"/>
            <a:ext cx="3352800" cy="1252728"/>
          </a:xfrm>
        </p:spPr>
        <p:txBody>
          <a:bodyPr anchor="b">
            <a:noAutofit/>
          </a:bodyPr>
          <a:lstStyle>
            <a:lvl1pPr algn="l">
              <a:defRPr sz="3200">
                <a:solidFill>
                  <a:schemeClr val="tx2"/>
                </a:solidFill>
              </a:defRPr>
            </a:lvl1pPr>
          </a:lstStyle>
          <a:p>
            <a:r>
              <a:rPr lang="ru-RU" smtClean="0"/>
              <a:t>Образец заголовка</a:t>
            </a:r>
            <a:endParaRPr lang="en-US" dirty="0"/>
          </a:p>
        </p:txBody>
      </p:sp>
      <p:sp>
        <p:nvSpPr>
          <p:cNvPr id="3" name="Content Placeholder 2"/>
          <p:cNvSpPr>
            <a:spLocks noGrp="1"/>
          </p:cNvSpPr>
          <p:nvPr>
            <p:ph idx="1"/>
          </p:nvPr>
        </p:nvSpPr>
        <p:spPr>
          <a:xfrm>
            <a:off x="4651962" y="1828800"/>
            <a:ext cx="3904076" cy="3810000"/>
          </a:xfrm>
        </p:spPr>
        <p:txBody>
          <a:bodyPr anchor="ctr"/>
          <a:lstStyle>
            <a:lvl1pPr>
              <a:buClr>
                <a:schemeClr val="bg1"/>
              </a:buClr>
              <a:defRPr sz="2200">
                <a:solidFill>
                  <a:schemeClr val="tx2"/>
                </a:solidFill>
              </a:defRPr>
            </a:lvl1pPr>
            <a:lvl2pPr>
              <a:buClr>
                <a:schemeClr val="bg1"/>
              </a:buClr>
              <a:defRPr sz="2000">
                <a:solidFill>
                  <a:schemeClr val="tx2"/>
                </a:solidFill>
              </a:defRPr>
            </a:lvl2pPr>
            <a:lvl3pPr>
              <a:buClr>
                <a:schemeClr val="bg1"/>
              </a:buClr>
              <a:defRPr sz="1800">
                <a:solidFill>
                  <a:schemeClr val="tx2"/>
                </a:solidFill>
              </a:defRPr>
            </a:lvl3pPr>
            <a:lvl4pPr>
              <a:buClr>
                <a:schemeClr val="bg1"/>
              </a:buClr>
              <a:defRPr sz="1600">
                <a:solidFill>
                  <a:schemeClr val="tx2"/>
                </a:solidFill>
              </a:defRPr>
            </a:lvl4pPr>
            <a:lvl5pPr>
              <a:buClr>
                <a:schemeClr val="bg1"/>
              </a:buClr>
              <a:defRPr sz="1600">
                <a:solidFill>
                  <a:schemeClr val="tx2"/>
                </a:solidFill>
              </a:defRPr>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spTree>
      <p:nvGrpSpPr>
        <p:cNvPr id="1" name=""/>
        <p:cNvGrpSpPr/>
        <p:nvPr/>
      </p:nvGrpSpPr>
      <p:grpSpPr>
        <a:xfrm>
          <a:off x="0" y="0"/>
          <a:ext cx="0" cy="0"/>
          <a:chOff x="0" y="0"/>
          <a:chExt cx="0" cy="0"/>
        </a:xfrm>
      </p:grpSpPr>
      <p:sp>
        <p:nvSpPr>
          <p:cNvPr id="15" name="Rounded Rectangle 14"/>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a:grpSpLocks noChangeAspect="1"/>
          </p:cNvGrpSpPr>
          <p:nvPr/>
        </p:nvGrpSpPr>
        <p:grpSpPr bwMode="hidden">
          <a:xfrm>
            <a:off x="211665" y="5353963"/>
            <a:ext cx="8723376" cy="1331580"/>
            <a:chOff x="-3905250" y="4294188"/>
            <a:chExt cx="13011150" cy="1892300"/>
          </a:xfrm>
        </p:grpSpPr>
        <p:sp>
          <p:nvSpPr>
            <p:cNvPr id="10"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4"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title"/>
          </p:nvPr>
        </p:nvSpPr>
        <p:spPr>
          <a:xfrm>
            <a:off x="4874155" y="338667"/>
            <a:ext cx="3812645" cy="2429934"/>
          </a:xfrm>
        </p:spPr>
        <p:txBody>
          <a:bodyPr anchor="b">
            <a:normAutofit/>
          </a:bodyPr>
          <a:lstStyle>
            <a:lvl1pPr algn="l">
              <a:defRPr sz="2800" b="0">
                <a:solidFill>
                  <a:srgbClr val="FFFFFF"/>
                </a:solidFill>
              </a:defRPr>
            </a:lvl1pPr>
          </a:lstStyle>
          <a:p>
            <a:r>
              <a:rPr lang="ru-RU" smtClean="0"/>
              <a:t>Образец заголовка</a:t>
            </a:r>
            <a:endParaRPr lang="en-US" dirty="0"/>
          </a:p>
        </p:txBody>
      </p:sp>
      <p:sp>
        <p:nvSpPr>
          <p:cNvPr id="4" name="Text Placeholder 3"/>
          <p:cNvSpPr>
            <a:spLocks noGrp="1"/>
          </p:cNvSpPr>
          <p:nvPr>
            <p:ph type="body" sz="half" idx="2"/>
          </p:nvPr>
        </p:nvSpPr>
        <p:spPr>
          <a:xfrm>
            <a:off x="4868333" y="2785533"/>
            <a:ext cx="3818467" cy="2421467"/>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Date Placeholder 4"/>
          <p:cNvSpPr>
            <a:spLocks noGrp="1"/>
          </p:cNvSpPr>
          <p:nvPr>
            <p:ph type="dt" sz="half" idx="10"/>
          </p:nvPr>
        </p:nvSpPr>
        <p:spPr/>
        <p:txBody>
          <a:bodyPr/>
          <a:lstStyle/>
          <a:p>
            <a:fld id="{B4C71EC6-210F-42DE-9C53-41977AD35B3D}" type="datetimeFigureOut">
              <a:rPr lang="ru-RU" smtClean="0"/>
              <a:t>16.05.2025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
        <p:nvSpPr>
          <p:cNvPr id="3" name="Picture Placeholder 2"/>
          <p:cNvSpPr>
            <a:spLocks noGrp="1"/>
          </p:cNvSpPr>
          <p:nvPr>
            <p:ph type="pic" idx="1"/>
          </p:nvPr>
        </p:nvSpPr>
        <p:spPr>
          <a:xfrm>
            <a:off x="838200" y="1371600"/>
            <a:ext cx="3566160" cy="2926080"/>
          </a:xfrm>
          <a:prstGeom prst="roundRect">
            <a:avLst>
              <a:gd name="adj" fmla="val 3924"/>
            </a:avLst>
          </a:prstGeom>
          <a:solidFill>
            <a:schemeClr val="accent1"/>
          </a:solidFill>
          <a:ln>
            <a:noFill/>
          </a:ln>
          <a:effectLst>
            <a:reflection blurRad="12700" stA="30000" endPos="30000" dist="5000" dir="5400000" sy="-100000" algn="bl" rotWithShape="0"/>
          </a:effectLst>
          <a:scene3d>
            <a:camera prst="perspectiveContrastingLeftFacing" fov="600000">
              <a:rot lat="240000" lon="19799999" rev="0"/>
            </a:camera>
            <a:lightRig rig="threePt" dir="t">
              <a:rot lat="0" lon="0" rev="2700000"/>
            </a:lightRig>
          </a:scene3d>
          <a:sp3d>
            <a:bevelT w="44450" h="31750"/>
          </a:sp3d>
        </p:spPr>
        <p:txBody>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smtClean="0"/>
              <a:t>Вставка рисунка</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3" name="Vertical Text Placeholder 2"/>
          <p:cNvSpPr>
            <a:spLocks noGrp="1"/>
          </p:cNvSpPr>
          <p:nvPr>
            <p:ph type="body" orient="vert" idx="1"/>
          </p:nvPr>
        </p:nvSpPr>
        <p:spPr/>
        <p:txBody>
          <a:bodyPr vert="eaVert" anchor="ctr"/>
          <a:lstStyle>
            <a:lvl1pPr algn="l">
              <a:defRPr/>
            </a:lvl1pPr>
            <a:lvl2pPr algn="l">
              <a:defRPr/>
            </a:lvl2pPr>
            <a:lvl3pPr algn="l">
              <a:defRPr/>
            </a:lvl3pPr>
            <a:lvl4pPr algn="l">
              <a:defRPr/>
            </a:lvl4pPr>
            <a:lvl5pPr algn="l">
              <a:defRPr/>
            </a:lvl5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Вертикальный заголовок и текст">
    <p:spTree>
      <p:nvGrpSpPr>
        <p:cNvPr id="1" name=""/>
        <p:cNvGrpSpPr/>
        <p:nvPr/>
      </p:nvGrpSpPr>
      <p:grpSpPr>
        <a:xfrm>
          <a:off x="0" y="0"/>
          <a:ext cx="0" cy="0"/>
          <a:chOff x="0" y="0"/>
          <a:chExt cx="0" cy="0"/>
        </a:xfrm>
      </p:grpSpPr>
      <p:sp>
        <p:nvSpPr>
          <p:cNvPr id="21" name="Rounded Rectangle 20"/>
          <p:cNvSpPr/>
          <p:nvPr/>
        </p:nvSpPr>
        <p:spPr bwMode="hidden">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grpSp>
        <p:nvGrpSpPr>
          <p:cNvPr id="15" name="Group 14"/>
          <p:cNvGrpSpPr>
            <a:grpSpLocks noChangeAspect="1"/>
          </p:cNvGrpSpPr>
          <p:nvPr/>
        </p:nvGrpSpPr>
        <p:grpSpPr bwMode="hidden">
          <a:xfrm>
            <a:off x="211665" y="714191"/>
            <a:ext cx="8723376" cy="1331580"/>
            <a:chOff x="-3905250" y="4294188"/>
            <a:chExt cx="13011150" cy="1892300"/>
          </a:xfrm>
        </p:grpSpPr>
        <p:sp>
          <p:nvSpPr>
            <p:cNvPr id="16"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0" name="Freeform 19"/>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Vertical Title 1"/>
          <p:cNvSpPr>
            <a:spLocks noGrp="1"/>
          </p:cNvSpPr>
          <p:nvPr>
            <p:ph type="title" orient="vert"/>
          </p:nvPr>
        </p:nvSpPr>
        <p:spPr>
          <a:xfrm>
            <a:off x="6629400" y="1447800"/>
            <a:ext cx="2057400" cy="4487333"/>
          </a:xfrm>
        </p:spPr>
        <p:txBody>
          <a:bodyPr vert="eaVert" anchor="ctr"/>
          <a:lstStyle>
            <a:lvl1pPr algn="l">
              <a:defRPr>
                <a:solidFill>
                  <a:schemeClr val="tx2"/>
                </a:solidFill>
              </a:defRPr>
            </a:lvl1pPr>
          </a:lstStyle>
          <a:p>
            <a:r>
              <a:rPr lang="ru-RU" smtClean="0"/>
              <a:t>Образец заголовка</a:t>
            </a:r>
            <a:endParaRPr lang="en-US" dirty="0"/>
          </a:p>
        </p:txBody>
      </p:sp>
      <p:sp>
        <p:nvSpPr>
          <p:cNvPr id="3" name="Vertical Text Placeholder 2"/>
          <p:cNvSpPr>
            <a:spLocks noGrp="1"/>
          </p:cNvSpPr>
          <p:nvPr>
            <p:ph type="body" orient="vert" idx="1"/>
          </p:nvPr>
        </p:nvSpPr>
        <p:spPr>
          <a:xfrm>
            <a:off x="457200" y="1447800"/>
            <a:ext cx="6019800" cy="4487334"/>
          </a:xfrm>
        </p:spPr>
        <p:txBody>
          <a:bodyPr vert="eaVert"/>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ounded Rectangle 13"/>
          <p:cNvSpPr/>
          <p:nvPr/>
        </p:nvSpPr>
        <p:spPr>
          <a:xfrm>
            <a:off x="228600" y="228600"/>
            <a:ext cx="8695944"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15"/>
          <p:cNvGrpSpPr>
            <a:grpSpLocks noChangeAspect="1"/>
          </p:cNvGrpSpPr>
          <p:nvPr/>
        </p:nvGrpSpPr>
        <p:grpSpPr bwMode="hidden">
          <a:xfrm>
            <a:off x="211665" y="1679429"/>
            <a:ext cx="8723376" cy="1329874"/>
            <a:chOff x="-3905251" y="4294188"/>
            <a:chExt cx="13027839" cy="1892300"/>
          </a:xfrm>
        </p:grpSpPr>
        <p:sp>
          <p:nvSpPr>
            <p:cNvPr id="1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Placeholder 1"/>
          <p:cNvSpPr>
            <a:spLocks noGrp="1"/>
          </p:cNvSpPr>
          <p:nvPr>
            <p:ph type="title"/>
          </p:nvPr>
        </p:nvSpPr>
        <p:spPr>
          <a:xfrm>
            <a:off x="457200" y="338328"/>
            <a:ext cx="8229600" cy="1252728"/>
          </a:xfrm>
          <a:prstGeom prst="rect">
            <a:avLst/>
          </a:prstGeom>
        </p:spPr>
        <p:txBody>
          <a:bodyPr vert="horz" lIns="91440" tIns="45720" rIns="91440" bIns="45720" rtlCol="0" anchor="ctr">
            <a:normAutofit/>
          </a:bodyPr>
          <a:lstStyle/>
          <a:p>
            <a:r>
              <a:rPr lang="ru-RU" smtClean="0"/>
              <a:t>Образец заголовка</a:t>
            </a:r>
            <a:endParaRPr lang="en-US" dirty="0"/>
          </a:p>
        </p:txBody>
      </p:sp>
      <p:sp>
        <p:nvSpPr>
          <p:cNvPr id="4" name="Date Placeholder 3"/>
          <p:cNvSpPr>
            <a:spLocks noGrp="1"/>
          </p:cNvSpPr>
          <p:nvPr>
            <p:ph type="dt" sz="half" idx="2"/>
          </p:nvPr>
        </p:nvSpPr>
        <p:spPr>
          <a:xfrm>
            <a:off x="5163672" y="6250164"/>
            <a:ext cx="3786690" cy="365125"/>
          </a:xfrm>
          <a:prstGeom prst="rect">
            <a:avLst/>
          </a:prstGeom>
        </p:spPr>
        <p:txBody>
          <a:bodyPr vert="horz" lIns="91440" tIns="45720" rIns="91440" bIns="45720" rtlCol="0" anchor="ctr"/>
          <a:lstStyle>
            <a:lvl1pPr algn="r">
              <a:defRPr sz="1000">
                <a:solidFill>
                  <a:schemeClr val="tx2"/>
                </a:solidFill>
              </a:defRPr>
            </a:lvl1pPr>
          </a:lstStyle>
          <a:p>
            <a:fld id="{B4C71EC6-210F-42DE-9C53-41977AD35B3D}" type="datetimeFigureOut">
              <a:rPr lang="ru-RU" smtClean="0"/>
              <a:t>16.05.2025</a:t>
            </a:fld>
            <a:endParaRPr lang="ru-RU"/>
          </a:p>
        </p:txBody>
      </p:sp>
      <p:sp>
        <p:nvSpPr>
          <p:cNvPr id="5" name="Footer Placeholder 4"/>
          <p:cNvSpPr>
            <a:spLocks noGrp="1"/>
          </p:cNvSpPr>
          <p:nvPr>
            <p:ph type="ftr" sz="quarter" idx="3"/>
          </p:nvPr>
        </p:nvSpPr>
        <p:spPr>
          <a:xfrm>
            <a:off x="193638" y="6250164"/>
            <a:ext cx="3786691" cy="365125"/>
          </a:xfrm>
          <a:prstGeom prst="rect">
            <a:avLst/>
          </a:prstGeom>
        </p:spPr>
        <p:txBody>
          <a:bodyPr vert="horz" lIns="91440" tIns="45720" rIns="91440" bIns="45720" rtlCol="0" anchor="ctr"/>
          <a:lstStyle>
            <a:lvl1pPr algn="l">
              <a:defRPr sz="1000">
                <a:solidFill>
                  <a:schemeClr val="tx2"/>
                </a:solidFill>
              </a:defRPr>
            </a:lvl1pPr>
          </a:lstStyle>
          <a:p>
            <a:endParaRPr lang="ru-RU"/>
          </a:p>
        </p:txBody>
      </p:sp>
      <p:sp>
        <p:nvSpPr>
          <p:cNvPr id="6" name="Slide Number Placeholder 5"/>
          <p:cNvSpPr>
            <a:spLocks noGrp="1"/>
          </p:cNvSpPr>
          <p:nvPr>
            <p:ph type="sldNum" sz="quarter" idx="4"/>
          </p:nvPr>
        </p:nvSpPr>
        <p:spPr>
          <a:xfrm>
            <a:off x="3991088" y="6250163"/>
            <a:ext cx="1161826" cy="365125"/>
          </a:xfrm>
          <a:prstGeom prst="rect">
            <a:avLst/>
          </a:prstGeom>
        </p:spPr>
        <p:txBody>
          <a:bodyPr vert="horz" lIns="91440" tIns="45720" rIns="91440" bIns="45720" rtlCol="0" anchor="ctr"/>
          <a:lstStyle>
            <a:lvl1pPr algn="ctr">
              <a:defRPr sz="1000">
                <a:solidFill>
                  <a:schemeClr val="tx2"/>
                </a:solidFill>
              </a:defRPr>
            </a:lvl1pPr>
          </a:lstStyle>
          <a:p>
            <a:fld id="{B19B0651-EE4F-4900-A07F-96A6BFA9D0F0}" type="slidenum">
              <a:rPr lang="ru-RU" smtClean="0"/>
              <a:t>‹#›</a:t>
            </a:fld>
            <a:endParaRPr lang="ru-RU"/>
          </a:p>
        </p:txBody>
      </p:sp>
      <p:sp>
        <p:nvSpPr>
          <p:cNvPr id="3" name="Text Placeholder 2"/>
          <p:cNvSpPr>
            <a:spLocks noGrp="1"/>
          </p:cNvSpPr>
          <p:nvPr>
            <p:ph type="body" idx="1"/>
          </p:nvPr>
        </p:nvSpPr>
        <p:spPr>
          <a:xfrm>
            <a:off x="872067" y="2675467"/>
            <a:ext cx="7408333" cy="3450696"/>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rgbClr val="FFFFFF"/>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itchFamily="18" charset="2"/>
        <a:buChar char=""/>
        <a:defRPr sz="2400" kern="1200">
          <a:solidFill>
            <a:schemeClr val="tx2"/>
          </a:solidFill>
          <a:latin typeface="+mn-lt"/>
          <a:ea typeface="+mn-ea"/>
          <a:cs typeface="+mn-cs"/>
        </a:defRPr>
      </a:lvl1pPr>
      <a:lvl2pPr marL="576263" indent="-274320" algn="l" defTabSz="914400" rtl="0" eaLnBrk="1" latinLnBrk="0" hangingPunct="1">
        <a:spcBef>
          <a:spcPct val="20000"/>
        </a:spcBef>
        <a:buClr>
          <a:schemeClr val="accent1"/>
        </a:buClr>
        <a:buSzPct val="100000"/>
        <a:buFont typeface="Symbol" pitchFamily="18" charset="2"/>
        <a:buChar char=""/>
        <a:defRPr sz="2200" kern="1200">
          <a:solidFill>
            <a:schemeClr val="tx2"/>
          </a:solidFill>
          <a:latin typeface="+mn-lt"/>
          <a:ea typeface="+mn-ea"/>
          <a:cs typeface="+mn-cs"/>
        </a:defRPr>
      </a:lvl2pPr>
      <a:lvl3pPr marL="855663" indent="-228600" algn="l" defTabSz="914400" rtl="0" eaLnBrk="1" latinLnBrk="0" hangingPunct="1">
        <a:spcBef>
          <a:spcPct val="20000"/>
        </a:spcBef>
        <a:buClr>
          <a:schemeClr val="accent1"/>
        </a:buClr>
        <a:buSzPct val="100000"/>
        <a:buFont typeface="Symbol"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lstStyle/>
          <a:p>
            <a:endParaRPr lang="ru-RU"/>
          </a:p>
        </p:txBody>
      </p:sp>
      <p:sp>
        <p:nvSpPr>
          <p:cNvPr id="3" name="Подзаголовок 2"/>
          <p:cNvSpPr>
            <a:spLocks noGrp="1"/>
          </p:cNvSpPr>
          <p:nvPr>
            <p:ph type="subTitle" idx="1"/>
          </p:nvPr>
        </p:nvSpPr>
        <p:spPr/>
        <p:txBody>
          <a:bodyPr/>
          <a:lstStyle/>
          <a:p>
            <a:endParaRPr lang="ru-RU"/>
          </a:p>
        </p:txBody>
      </p:sp>
    </p:spTree>
    <p:extLst>
      <p:ext uri="{BB962C8B-B14F-4D97-AF65-F5344CB8AC3E}">
        <p14:creationId xmlns:p14="http://schemas.microsoft.com/office/powerpoint/2010/main" val="3696362796"/>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Бір өлшемді массив, Алгебра, 9 сынып, сандар тізбегі"</a:t>
            </a:r>
          </a:p>
        </p:txBody>
      </p:sp>
      <p:sp>
        <p:nvSpPr>
          <p:cNvPr id="3" name="Subtitle 2"/>
          <p:cNvSpPr>
            <a:spLocks noGrp="1"/>
          </p:cNvSpPr>
          <p:nvPr>
            <p:ph type="subTitle" idx="1"/>
          </p:nvPr>
        </p:nvSpPr>
        <p:spPr/>
        <p:txBody>
          <a:bodyPr/>
          <a:lstStyle/>
          <a:p>
            <a:r>
              <a:t>Автоматты түрде жасалған презентация</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Тақырыбы: "Бір өлшемді массивтер және сандар тізбектері: Информатика мен алгебраның байланысы"</a:t>
            </a:r>
          </a:p>
          <a:p>
            <a:pPr>
              <a:spcAft>
                <a:spcPts val="800"/>
              </a:spcAft>
              <a:defRPr sz="1800">
                <a:latin typeface="Arial"/>
              </a:defRPr>
            </a:pPr>
            <a:r>
              <a:t>Кіріспе:</a:t>
            </a:r>
          </a:p>
          <a:p>
            <a:pPr>
              <a:spcAft>
                <a:spcPts val="800"/>
              </a:spcAft>
              <a:defRPr sz="1800">
                <a:latin typeface="Arial"/>
              </a:defRPr>
            </a:pPr>
            <a:r>
              <a:t>Бүгінгі презентациямызда информатика пәніндегі бір өлшемді массивтер мен алгебра пәніндегі сандар тізбектерінің арасындағы тығыз байланысты қарастырамыз. Бұл екі ұғымның өзара байланысы есептеулер жүргізу, деректерді өңдеу және математикалық модельдеу салаларында кеңінен қолданылады. Біздің мақсатымыз – оқушыларға осы екі пәннің арасындағы байланысты түсіндіру арқылы білімдерін тереңдетуге және практикалық дағдыларын дамытуға көмектесу.</a:t>
            </a:r>
          </a:p>
        </p:txBody>
      </p:sp>
      <p:sp>
        <p:nvSpPr>
          <p:cNvPr id="3" name="Title 2"/>
          <p:cNvSpPr>
            <a:spLocks noGrp="1"/>
          </p:cNvSpPr>
          <p:nvPr>
            <p:ph type="title"/>
          </p:nvPr>
        </p:nvSpPr>
        <p:spPr/>
        <p:txBody>
          <a:bodyPr/>
          <a:lstStyle/>
          <a:p/>
          <a:p>
            <a:pPr>
              <a:spcAft>
                <a:spcPts val="800"/>
              </a:spcAft>
              <a:defRPr sz="2800" b="1">
                <a:solidFill>
                  <a:srgbClr val="005495"/>
                </a:solidFill>
                <a:latin typeface="Arial"/>
              </a:defRPr>
            </a:pPr>
            <a:r>
              <a:t>1-слайд</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Негізгі ұғымдар:</a:t>
            </a:r>
          </a:p>
          <a:p>
            <a:pPr>
              <a:spcAft>
                <a:spcPts val="800"/>
              </a:spcAft>
              <a:defRPr sz="1800">
                <a:latin typeface="Arial"/>
              </a:defRPr>
            </a:pPr>
            <a:r>
              <a:t>*   Бір өлшемді массив (массив): Бір типтегі элементтердің реттелген тізбегі. Әрбір элементтің өз индексі болады, ол арқылы элементке қол жеткізуге болады. Информатикада деректерді сақтау және өңдеу үшін қолданылады. (9 сынып Информатика оқулығы, okulyk.kz)</a:t>
            </a:r>
          </a:p>
          <a:p>
            <a:pPr>
              <a:spcAft>
                <a:spcPts val="800"/>
              </a:spcAft>
              <a:defRPr sz="1800">
                <a:latin typeface="Arial"/>
              </a:defRPr>
            </a:pPr>
            <a:r>
              <a:t>*   Сандар тізбегі: Белгілі бір заңдылықпен реттелген сандардың жиынтығы. Әрбір сан тізбектің мүшесі деп аталады. Алгебрада сандар тізбектерінің әртүрлі түрлері қарастырылады, мысалы, арифметикалық және геометриялық прогрессиялар. (9 сынып Алгебра оқулығы, okulyk.kz)</a:t>
            </a:r>
          </a:p>
        </p:txBody>
      </p:sp>
      <p:sp>
        <p:nvSpPr>
          <p:cNvPr id="3" name="Title 2"/>
          <p:cNvSpPr>
            <a:spLocks noGrp="1"/>
          </p:cNvSpPr>
          <p:nvPr>
            <p:ph type="title"/>
          </p:nvPr>
        </p:nvSpPr>
        <p:spPr/>
        <p:txBody>
          <a:bodyPr/>
          <a:lstStyle/>
          <a:p/>
          <a:p>
            <a:pPr>
              <a:spcAft>
                <a:spcPts val="800"/>
              </a:spcAft>
              <a:defRPr sz="2800" b="1">
                <a:solidFill>
                  <a:srgbClr val="005495"/>
                </a:solidFill>
                <a:latin typeface="Arial"/>
              </a:defRPr>
            </a:pPr>
            <a:r>
              <a:t>2-слайд</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Пәндік байланыс:</a:t>
            </a:r>
          </a:p>
          <a:p>
            <a:pPr>
              <a:spcAft>
                <a:spcPts val="800"/>
              </a:spcAft>
              <a:defRPr sz="1800">
                <a:latin typeface="Arial"/>
              </a:defRPr>
            </a:pPr>
            <a:r>
              <a:t>Бір өлшемді массивтер сандар тізбектерін сақтау және өңдеу үшін тиімді құрал болып табылады. Мысалы, арифметикалық прогрессияның мүшелерін массивте сақтап, олармен әртүрлі амалдар орындауға болады (қосу, азайту, көбейту, бөлу). Информатикадағы программалау тілдері арқылы массивтерді пайдаланып, алгебралық есептеулерді автоматтандыруға болады.</a:t>
            </a:r>
          </a:p>
        </p:txBody>
      </p:sp>
      <p:sp>
        <p:nvSpPr>
          <p:cNvPr id="3" name="Title 2"/>
          <p:cNvSpPr>
            <a:spLocks noGrp="1"/>
          </p:cNvSpPr>
          <p:nvPr>
            <p:ph type="title"/>
          </p:nvPr>
        </p:nvSpPr>
        <p:spPr/>
        <p:txBody>
          <a:bodyPr/>
          <a:lstStyle/>
          <a:p/>
          <a:p>
            <a:pPr>
              <a:spcAft>
                <a:spcPts val="800"/>
              </a:spcAft>
              <a:defRPr sz="2800" b="1">
                <a:solidFill>
                  <a:srgbClr val="005495"/>
                </a:solidFill>
                <a:latin typeface="Arial"/>
              </a:defRPr>
            </a:pPr>
            <a:r>
              <a:t>3-слайд</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Мысал:</a:t>
            </a:r>
          </a:p>
          <a:p>
            <a:pPr>
              <a:spcAft>
                <a:spcPts val="800"/>
              </a:spcAft>
              <a:defRPr sz="1800">
                <a:latin typeface="Arial"/>
              </a:defRPr>
            </a:pPr>
            <a:r>
              <a:t>Арифметикалық прогрессия: 2, 4, 6, 8, 10...</a:t>
            </a:r>
          </a:p>
          <a:p>
            <a:pPr>
              <a:spcAft>
                <a:spcPts val="800"/>
              </a:spcAft>
              <a:defRPr sz="1800">
                <a:latin typeface="Arial"/>
              </a:defRPr>
            </a:pPr>
            <a:r>
              <a:t>Бұл тізбекті информатикада массив түрінде былай көрсетуге болады:</a:t>
            </a:r>
          </a:p>
          <a:p>
            <a:pPr>
              <a:spcAft>
                <a:spcPts val="800"/>
              </a:spcAft>
              <a:defRPr sz="1800">
                <a:latin typeface="Arial"/>
              </a:defRPr>
            </a:pPr>
            <a:r>
              <a:t>`array = [2, 4, 6, 8, 10]`</a:t>
            </a:r>
          </a:p>
          <a:p>
            <a:pPr>
              <a:spcAft>
                <a:spcPts val="800"/>
              </a:spcAft>
              <a:defRPr sz="1800">
                <a:latin typeface="Arial"/>
              </a:defRPr>
            </a:pPr>
            <a:r>
              <a:t>Программалау тілінде (мысалы, Python) массив элементтерін қосу арқылы тізбектің қосындысын табуға болады:</a:t>
            </a:r>
          </a:p>
          <a:p>
            <a:pPr>
              <a:spcAft>
                <a:spcPts val="800"/>
              </a:spcAft>
              <a:defRPr sz="1800">
                <a:latin typeface="Arial"/>
              </a:defRPr>
            </a:pPr>
            <a:r>
              <a:t>```python</a:t>
            </a:r>
          </a:p>
          <a:p>
            <a:pPr>
              <a:spcAft>
                <a:spcPts val="800"/>
              </a:spcAft>
              <a:defRPr sz="1800">
                <a:latin typeface="Arial"/>
              </a:defRPr>
            </a:pPr>
            <a:r>
              <a:t>array = [2, 4, 6, 8, 10]</a:t>
            </a:r>
          </a:p>
          <a:p>
            <a:pPr>
              <a:spcAft>
                <a:spcPts val="800"/>
              </a:spcAft>
              <a:defRPr sz="1800">
                <a:latin typeface="Arial"/>
              </a:defRPr>
            </a:pPr>
            <a:r>
              <a:t>sum = 0</a:t>
            </a:r>
          </a:p>
          <a:p>
            <a:pPr>
              <a:spcAft>
                <a:spcPts val="800"/>
              </a:spcAft>
              <a:defRPr sz="1800">
                <a:latin typeface="Arial"/>
              </a:defRPr>
            </a:pPr>
            <a:r>
              <a:t>for i in array:</a:t>
            </a:r>
          </a:p>
          <a:p>
            <a:pPr>
              <a:spcAft>
                <a:spcPts val="800"/>
              </a:spcAft>
              <a:defRPr sz="1800">
                <a:latin typeface="Arial"/>
              </a:defRPr>
            </a:pPr>
            <a:r>
              <a:t>sum += i</a:t>
            </a:r>
          </a:p>
          <a:p>
            <a:pPr>
              <a:spcAft>
                <a:spcPts val="800"/>
              </a:spcAft>
              <a:defRPr sz="1800">
                <a:latin typeface="Arial"/>
              </a:defRPr>
            </a:pPr>
            <a:r>
              <a:t>print(sum) # Нәтижесі: 30</a:t>
            </a:r>
          </a:p>
          <a:p>
            <a:pPr>
              <a:spcAft>
                <a:spcPts val="800"/>
              </a:spcAft>
              <a:defRPr sz="1800">
                <a:latin typeface="Arial"/>
              </a:defRPr>
            </a:pPr>
            <a:r>
              <a:t>```</a:t>
            </a:r>
          </a:p>
        </p:txBody>
      </p:sp>
      <p:sp>
        <p:nvSpPr>
          <p:cNvPr id="3" name="Title 2"/>
          <p:cNvSpPr>
            <a:spLocks noGrp="1"/>
          </p:cNvSpPr>
          <p:nvPr>
            <p:ph type="title"/>
          </p:nvPr>
        </p:nvSpPr>
        <p:spPr/>
        <p:txBody>
          <a:bodyPr/>
          <a:lstStyle/>
          <a:p/>
          <a:p>
            <a:pPr>
              <a:spcAft>
                <a:spcPts val="800"/>
              </a:spcAft>
              <a:defRPr sz="2800" b="1">
                <a:solidFill>
                  <a:srgbClr val="005495"/>
                </a:solidFill>
                <a:latin typeface="Arial"/>
              </a:defRPr>
            </a:pPr>
            <a:r>
              <a:t>4-слайд</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Практикалық қолданылуы:</a:t>
            </a:r>
          </a:p>
          <a:p>
            <a:pPr>
              <a:spcAft>
                <a:spcPts val="800"/>
              </a:spcAft>
              <a:defRPr sz="1800">
                <a:latin typeface="Arial"/>
              </a:defRPr>
            </a:pPr>
            <a:r>
              <a:t>*   Деректерді талдау: Массивтерді пайдаланып, сандық деректерді жинау, сұрыптау және талдау.</a:t>
            </a:r>
          </a:p>
          <a:p>
            <a:pPr>
              <a:spcAft>
                <a:spcPts val="800"/>
              </a:spcAft>
              <a:defRPr sz="1800">
                <a:latin typeface="Arial"/>
              </a:defRPr>
            </a:pPr>
            <a:r>
              <a:t>*   Графикалық бейнелеу: Функциялардың мәндерін массивте сақтап, графиктерді салу.</a:t>
            </a:r>
          </a:p>
          <a:p>
            <a:pPr>
              <a:spcAft>
                <a:spcPts val="800"/>
              </a:spcAft>
              <a:defRPr sz="1800">
                <a:latin typeface="Arial"/>
              </a:defRPr>
            </a:pPr>
            <a:r>
              <a:t>*   Есептеулерді автоматтандыру: Математикалық есептеулерді программалау арқылы жылдамдату.</a:t>
            </a:r>
          </a:p>
        </p:txBody>
      </p:sp>
      <p:sp>
        <p:nvSpPr>
          <p:cNvPr id="3" name="Title 2"/>
          <p:cNvSpPr>
            <a:spLocks noGrp="1"/>
          </p:cNvSpPr>
          <p:nvPr>
            <p:ph type="title"/>
          </p:nvPr>
        </p:nvSpPr>
        <p:spPr/>
        <p:txBody>
          <a:bodyPr/>
          <a:lstStyle/>
          <a:p/>
          <a:p>
            <a:pPr>
              <a:spcAft>
                <a:spcPts val="800"/>
              </a:spcAft>
              <a:defRPr sz="2800" b="1">
                <a:solidFill>
                  <a:srgbClr val="005495"/>
                </a:solidFill>
                <a:latin typeface="Arial"/>
              </a:defRPr>
            </a:pPr>
            <a:r>
              <a:t>5-слайд</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Қорытынды:</a:t>
            </a:r>
          </a:p>
          <a:p>
            <a:pPr>
              <a:spcAft>
                <a:spcPts val="800"/>
              </a:spcAft>
              <a:defRPr sz="1800">
                <a:latin typeface="Arial"/>
              </a:defRPr>
            </a:pPr>
            <a:r>
              <a:t>Информатика мен алгебра пәндерінің байланысы оқушылардың логикалық ойлау қабілетін дамытуға, есептеу дағдыларын жетілдіруге және практикалық мәселелерді шешуге көмектеседі. Бір өлшемді массивтер сандар тізбектерін өңдеудің тиімді құралы ретінде әртүрлі салаларда қолданылады. Осы байланысты түсіну арқылы оқушылар өз білімдерін тереңдетіп, болашақ мамандықтарына қажетті дағдыларды игере алады.</a:t>
            </a:r>
          </a:p>
        </p:txBody>
      </p:sp>
      <p:sp>
        <p:nvSpPr>
          <p:cNvPr id="3" name="Title 2"/>
          <p:cNvSpPr>
            <a:spLocks noGrp="1"/>
          </p:cNvSpPr>
          <p:nvPr>
            <p:ph type="title"/>
          </p:nvPr>
        </p:nvSpPr>
        <p:spPr/>
        <p:txBody>
          <a:bodyPr/>
          <a:lstStyle/>
          <a:p/>
          <a:p>
            <a:pPr>
              <a:spcAft>
                <a:spcPts val="800"/>
              </a:spcAft>
              <a:defRPr sz="2800" b="1">
                <a:solidFill>
                  <a:srgbClr val="005495"/>
                </a:solidFill>
                <a:latin typeface="Arial"/>
              </a:defRPr>
            </a:pPr>
            <a:r>
              <a:t>6-слайд</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Пайдаланылған әдебиеттер:</a:t>
            </a:r>
          </a:p>
          <a:p>
            <a:pPr lvl="1">
              <a:spcAft>
                <a:spcPts val="800"/>
              </a:spcAft>
              <a:defRPr sz="1600">
                <a:latin typeface="Arial"/>
              </a:defRPr>
            </a:pPr>
            <a:r>
              <a:t>1.  Информатика: 9-сынып оқулығы. Авторы: Б.Бурибаев, Н.Серіков, А.Маханова. Алматы: "Атамұра", 2019. (okulyk.kz)</a:t>
            </a:r>
          </a:p>
          <a:p>
            <a:pPr lvl="1">
              <a:spcAft>
                <a:spcPts val="800"/>
              </a:spcAft>
              <a:defRPr sz="1600">
                <a:latin typeface="Arial"/>
              </a:defRPr>
            </a:pPr>
            <a:r>
              <a:t>2.  Алгебра: 9-сынып оқулығы. Авторы: А.Е.Әбілқасымова, И.Бекбоев, А.Абдиев, З.Жұмағұлова. Алматы: "Мектеп", 2019. (okulyk.kz)</a:t>
            </a:r>
          </a:p>
          <a:p>
            <a:pPr>
              <a:spcAft>
                <a:spcPts val="800"/>
              </a:spcAft>
              <a:defRPr sz="1800">
                <a:latin typeface="Arial"/>
              </a:defRPr>
            </a:pPr>
            <a:r>
              <a:t>Осы презентация мәтіні сіздің талаптарыңызға сай жасалды деп ойлаймын. Сұрақтарыңыз болса, қоюға болады.</a:t>
            </a:r>
          </a:p>
        </p:txBody>
      </p:sp>
      <p:sp>
        <p:nvSpPr>
          <p:cNvPr id="3" name="Title 2"/>
          <p:cNvSpPr>
            <a:spLocks noGrp="1"/>
          </p:cNvSpPr>
          <p:nvPr>
            <p:ph type="title"/>
          </p:nvPr>
        </p:nvSpPr>
        <p:spPr/>
        <p:txBody>
          <a:bodyPr/>
          <a:lstStyle/>
          <a:p/>
          <a:p>
            <a:pPr>
              <a:spcAft>
                <a:spcPts val="800"/>
              </a:spcAft>
              <a:defRPr sz="2800" b="1">
                <a:solidFill>
                  <a:srgbClr val="005495"/>
                </a:solidFill>
                <a:latin typeface="Arial"/>
              </a:defRPr>
            </a:pPr>
            <a:r>
              <a:t>7-слайд</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Волна">
  <a:themeElements>
    <a:clrScheme name="Волна">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Волна">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Волна">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Waveform</Template>
  <TotalTime>0</TotalTime>
  <Words>0</Words>
  <Application>Microsoft Office PowerPoint</Application>
  <PresentationFormat>Экран (4:3)</PresentationFormat>
  <Paragraphs>0</Paragraphs>
  <Slides>1</Slides>
  <Notes>0</Notes>
  <HiddenSlides>0</HiddenSlides>
  <MMClips>0</MMClips>
  <ScaleCrop>false</ScaleCrop>
  <HeadingPairs>
    <vt:vector size="4" baseType="variant">
      <vt:variant>
        <vt:lpstr>Тема</vt:lpstr>
      </vt:variant>
      <vt:variant>
        <vt:i4>1</vt:i4>
      </vt:variant>
      <vt:variant>
        <vt:lpstr>Заголовки слайдов</vt:lpstr>
      </vt:variant>
      <vt:variant>
        <vt:i4>1</vt:i4>
      </vt:variant>
    </vt:vector>
  </HeadingPairs>
  <TitlesOfParts>
    <vt:vector size="2" baseType="lpstr">
      <vt:lpstr>Волна</vt:lpstr>
      <vt:lpstr>Презентация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cp:lastModifiedBy>adile</cp:lastModifiedBy>
  <cp:revision>1</cp:revision>
  <dcterms:modified xsi:type="dcterms:W3CDTF">2025-05-16T13:14:50Z</dcterms:modified>
</cp:coreProperties>
</file>