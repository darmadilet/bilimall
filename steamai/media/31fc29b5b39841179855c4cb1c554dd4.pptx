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Құрметті оқушылар мен ұстаздар! Бүгінгі презентациямыздың тақырыбы – «Бір өлшемді массивтер: Алгебра және Информатиканың байланысы». Бұл тақырыпты таңдау себебіміз, қазіргі заманда жаратылыстану ғылымдарының жетістіктері информатикамен тығыз байланысты. Біздің мақсатымыз – бір өлшемді массивтерді алгебралық және информатикалық тұрғыдан қарастырып, осы екі пәннің арасындағы байланысты көрсету, сондай-ақ практикалық қолданылуын түсіндіру. 9-сынып алгебра курсындағы сандар тізбегі ұғымы бір өлшемді массивтермен тікелей байланысты екенін дәлелдеу.</a:t>
            </a:r>
          </a:p>
        </p:txBody>
      </p:sp>
      <p:sp>
        <p:nvSpPr>
          <p:cNvPr id="3" name="Title 2"/>
          <p:cNvSpPr>
            <a:spLocks noGrp="1"/>
          </p:cNvSpPr>
          <p:nvPr>
            <p:ph type="title"/>
          </p:nvPr>
        </p:nvSpPr>
        <p:spPr/>
        <p:txBody>
          <a:bodyPr/>
          <a:lstStyle/>
          <a:p>
            <a:pPr>
              <a:defRPr b="1" sz="2800">
                <a:solidFill>
                  <a:srgbClr val="005495"/>
                </a:solidFill>
                <a:latin typeface="Arial"/>
              </a:defRPr>
            </a:pPr>
            <a:r>
              <a:t>1-слайд: Кіріспе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Алгебрада сандар тізбегі дегеніміз – белгілі бір заңдылықпен орналасқан сандардың жиынтығы. Мысалы, арифметикалық прогрессия (2, 4, 6, 8, ...) немесе геометриялық прогрессия (3, 9, 27, 81, ...) сандар тізбегінің мысалы бола алады. Әрбір санды тізбектің мүшесі деп атаймыз. Тізбектің мүшелерін рет нөмірі бойынша белгілейміз: бірінші мүше (a1), екінші мүше (a2) және т.с.с. Сандар тізбегі шектеулі немесе шектеусіз болуы мүмкін. 9-сынып алгебра курсында осы ұғымдар тереңірек қарастырылады.</a:t>
            </a:r>
          </a:p>
        </p:txBody>
      </p:sp>
      <p:sp>
        <p:nvSpPr>
          <p:cNvPr id="3" name="Title 2"/>
          <p:cNvSpPr>
            <a:spLocks noGrp="1"/>
          </p:cNvSpPr>
          <p:nvPr>
            <p:ph type="title"/>
          </p:nvPr>
        </p:nvSpPr>
        <p:spPr/>
        <p:txBody>
          <a:bodyPr/>
          <a:lstStyle/>
          <a:p>
            <a:pPr>
              <a:defRPr b="1" sz="2800">
                <a:solidFill>
                  <a:srgbClr val="005495"/>
                </a:solidFill>
                <a:latin typeface="Arial"/>
              </a:defRPr>
            </a:pPr>
            <a:r>
              <a:t>2-слайд: Негізгі ұғымдар (Алгебра)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Информатикада бір өлшемді массив (немесе тізім) – бір типті деректердің реттелген жиынтығы. Әрбір элементтің индексі болады, ол элементті массивте анықтайды. Массивтің бірінші элементінің индексі әдетте 0 немесе 1-ден басталады (программалау тіліне байланысты). Бір өлшемді массивтер деректерді сақтау және өңдеу үшін кеңінен қолданылады. Мысалы, сандар тізбегін массив түрінде сақтауға болады, кейін оларды әртүрлі алгоритмдер арқылы өңдеуге болады (сұрыптау, іздеу, т.б.). Программалау тілдерінде массивтерді жариялау және олармен жұмыс істеудің әртүрлі тәсілдері бар.</a:t>
            </a:r>
          </a:p>
        </p:txBody>
      </p:sp>
      <p:sp>
        <p:nvSpPr>
          <p:cNvPr id="3" name="Title 2"/>
          <p:cNvSpPr>
            <a:spLocks noGrp="1"/>
          </p:cNvSpPr>
          <p:nvPr>
            <p:ph type="title"/>
          </p:nvPr>
        </p:nvSpPr>
        <p:spPr/>
        <p:txBody>
          <a:bodyPr/>
          <a:lstStyle/>
          <a:p>
            <a:pPr>
              <a:defRPr b="1" sz="2800">
                <a:solidFill>
                  <a:srgbClr val="005495"/>
                </a:solidFill>
                <a:latin typeface="Arial"/>
              </a:defRPr>
            </a:pPr>
            <a:r>
              <a:t>3-слайд: Негізгі ұғымдар (Информатика)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Алгебрадағы сандар тізбегі мен информатикадағы бір өлшемді массив – бір нәрсенің екі түрлі көрінісі. Алгебралық сандар тізбегін информатикада массив ретінде ұсынуға болады. Мысалы:</a:t>
            </a:r>
          </a:p>
          <a:p>
            <a:pPr>
              <a:spcAft>
                <a:spcPts val="800"/>
              </a:spcAft>
              <a:defRPr sz="1800">
                <a:latin typeface="Arial"/>
              </a:defRPr>
            </a:pPr>
            <a:r>
              <a:t>*   **Алгебра:** Арифметикалық прогрессия: 2, 4, 6, 8, 10</a:t>
            </a:r>
          </a:p>
          <a:p>
            <a:pPr>
              <a:spcAft>
                <a:spcPts val="800"/>
              </a:spcAft>
              <a:defRPr sz="1800">
                <a:latin typeface="Arial"/>
              </a:defRPr>
            </a:pPr>
            <a:r>
              <a:t>*   **Информатика (Массив):** A = \[2, 4, 6, 8, 10]</a:t>
            </a:r>
          </a:p>
          <a:p>
            <a:pPr>
              <a:spcAft>
                <a:spcPts val="800"/>
              </a:spcAft>
              <a:defRPr sz="1800">
                <a:latin typeface="Arial"/>
              </a:defRPr>
            </a:pPr>
            <a:r>
              <a:t>Осы массивті пайдаланып, программалау арқылы арифметикалық прогрессияның қосындысын, арифметикалық ортасын есептеуге немесе басқа да амалдар орындауға болады. Массивтер деректерді өңдеуді автоматтандыруға және тиімдірек етуге мүмкіндік береді. Мысал ретінде, Python программалау тілінде массивтің элементтерін қосу кодын келтіруге болады.</a:t>
            </a:r>
          </a:p>
        </p:txBody>
      </p:sp>
      <p:sp>
        <p:nvSpPr>
          <p:cNvPr id="3" name="Title 2"/>
          <p:cNvSpPr>
            <a:spLocks noGrp="1"/>
          </p:cNvSpPr>
          <p:nvPr>
            <p:ph type="title"/>
          </p:nvPr>
        </p:nvSpPr>
        <p:spPr/>
        <p:txBody>
          <a:bodyPr/>
          <a:lstStyle/>
          <a:p>
            <a:pPr>
              <a:defRPr b="1" sz="2800">
                <a:solidFill>
                  <a:srgbClr val="005495"/>
                </a:solidFill>
                <a:latin typeface="Arial"/>
              </a:defRPr>
            </a:pPr>
            <a:r>
              <a:t>4-слайд: Пәндік байланыс және мысал</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Қорыта келе, бір өлшемді массивтер алгебра мен информатика арасындағы байланысты көрсететін маңызды ұғым болып табылады. Алгебралық сандар тізбектерін массивтер арқылы информатикада тиімді түрде өңдеуге болады. Бұл білім жаратылыстану ғылымдарындағы мәліметтерді талдау, модельдеу және шешім қабылдау үшін қажет. Массивтерді пайдалану арқылы біз күрделі есептерді шешуді жеңілдете аламыз және уақытты үнемдейміз. Осы презентация сіздерге пәндер арасындағы байланысты тереңірек түсінуге көмектеседі деп сенеміз. Зейін қойып тыңдағандарыңызға рахмет!</a:t>
            </a:r>
          </a:p>
          <a:p>
            <a:pPr>
              <a:spcAft>
                <a:spcPts val="800"/>
              </a:spcAft>
              <a:defRPr sz="1800">
                <a:latin typeface="Arial"/>
              </a:defRPr>
            </a:pPr>
            <a:r>
              <a:t>**Пайдаланылған әдебиеттер тізімі:**</a:t>
            </a:r>
          </a:p>
          <a:p>
            <a:pPr lvl="1">
              <a:spcAft>
                <a:spcPts val="800"/>
              </a:spcAft>
              <a:defRPr sz="1600">
                <a:latin typeface="Arial"/>
              </a:defRPr>
            </a:pPr>
            <a:r>
              <a:t>1.  Ә.Е.Әбілқасымова, И.Бекбоев, А.Абдиев, Ж.К.Жұмағұлова. Алгебра. 9-сынып. – Алматы: Мектеп, 2019.</a:t>
            </a:r>
          </a:p>
          <a:p>
            <a:pPr lvl="1">
              <a:spcAft>
                <a:spcPts val="800"/>
              </a:spcAft>
              <a:defRPr sz="1600">
                <a:latin typeface="Arial"/>
              </a:defRPr>
            </a:pPr>
            <a:r>
              <a:t>2.  Е.А.Вьюшкова, Н.В.Параскун. Информатика. 9-сынып. – Алматы: Арман-ПВ, 2019.</a:t>
            </a:r>
          </a:p>
          <a:p>
            <a:pPr>
              <a:spcAft>
                <a:spcPts val="800"/>
              </a:spcAft>
              <a:defRPr sz="1800">
                <a:latin typeface="Arial"/>
              </a:defRPr>
            </a:pPr>
            <a:r>
              <a:t>**Ескерту:** Оқулықтар okulyk.kz сайтынан алынды.</a:t>
            </a:r>
          </a:p>
        </p:txBody>
      </p:sp>
      <p:sp>
        <p:nvSpPr>
          <p:cNvPr id="3" name="Title 2"/>
          <p:cNvSpPr>
            <a:spLocks noGrp="1"/>
          </p:cNvSpPr>
          <p:nvPr>
            <p:ph type="title"/>
          </p:nvPr>
        </p:nvSpPr>
        <p:spPr/>
        <p:txBody>
          <a:bodyPr/>
          <a:lstStyle/>
          <a:p>
            <a:pPr>
              <a:defRPr b="1" sz="2800">
                <a:solidFill>
                  <a:srgbClr val="005495"/>
                </a:solidFill>
                <a:latin typeface="Arial"/>
              </a:defRPr>
            </a:pPr>
            <a:r>
              <a:t>5-слайд: Қорытынды</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