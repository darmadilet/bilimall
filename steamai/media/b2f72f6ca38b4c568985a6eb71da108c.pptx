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массивтерді зерттеу арқылы алгебралық сандар тізбектерімен байланыс орнату"</a:t>
            </a:r>
          </a:p>
          <a:p>
            <a:pPr>
              <a:spcAft>
                <a:spcPts val="800"/>
              </a:spcAft>
              <a:defRPr sz="1800">
                <a:latin typeface="Arial"/>
              </a:defRPr>
            </a:pPr>
            <a:r>
              <a:t>Кіріспе: Құрметті оқушылар мен ұстаздар! Бүгінгі презентациямыз информатика мен жаратылыстану ғылымдарының, нақтырақ айтқанда, алгебраның арасындағы тығыз байланысты көрсетеді. Біз бір өлшемді массивтерді қолдана отырып, сандар тізбектерін қалай зерттеуге болатынын қарастырамыз. Бұл біздің логикалық ойлау қабілетімізді арттырып, есептеу дағдыларымызды жетілдіруге көмектеседі.</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(массив) – бір типтегі элементтердің реттелген тізбегі. Әр элементтің өз индексі бар. Мысалы: A[1], A[2], A[3]...</a:t>
            </a:r>
          </a:p>
          <a:p>
            <a:pPr>
              <a:spcAft>
                <a:spcPts val="800"/>
              </a:spcAft>
              <a:defRPr sz="1800">
                <a:latin typeface="Arial"/>
              </a:defRPr>
            </a:pPr>
            <a:r>
              <a:t>*   Сандар тізбегі – белгілі бір заңдылыққа сәйкес келетін сандардың жиынтығы. Мысалы: 2, 4, 6, 8... (жұп сандар тізбегі).</a:t>
            </a:r>
          </a:p>
          <a:p>
            <a:pPr>
              <a:spcAft>
                <a:spcPts val="800"/>
              </a:spcAft>
              <a:defRPr sz="1800">
                <a:latin typeface="Arial"/>
              </a:defRPr>
            </a:pPr>
            <a:r>
              <a:t>*   Алгебра – математиканың сандар мен олардың қасиеттерін зерттейтін бөлімі.</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Информатикадағы массивтерді алгебралық сандар тізбектерін сақтау және өңдеу үшін қолдануға болады. Әрбір тізбек элементі массивтің бір ұяшығына жазылады. Осылайша, біз сандар тізбектерімен әртүрлі амалдарды (қосу, азайту, көбейту, бөлу) орындай аламыз. Массивтердің көмегімен тізбектерді реттеуге, іздеуге және талдауға мүмкіндік аламыз.</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 2, 5, 8, 11, 14...</a:t>
            </a:r>
          </a:p>
          <a:p>
            <a:pPr>
              <a:spcAft>
                <a:spcPts val="800"/>
              </a:spcAft>
              <a:defRPr sz="1800">
                <a:latin typeface="Arial"/>
              </a:defRPr>
            </a:pPr>
            <a:r>
              <a:t>Бұл тізбекті массивте сақтау:</a:t>
            </a:r>
          </a:p>
          <a:p>
            <a:pPr>
              <a:spcAft>
                <a:spcPts val="800"/>
              </a:spcAft>
              <a:defRPr sz="1800">
                <a:latin typeface="Arial"/>
              </a:defRPr>
            </a:pPr>
            <a:r>
              <a:t>A[1] = 2</a:t>
            </a:r>
          </a:p>
          <a:p>
            <a:pPr>
              <a:spcAft>
                <a:spcPts val="800"/>
              </a:spcAft>
              <a:defRPr sz="1800">
                <a:latin typeface="Arial"/>
              </a:defRPr>
            </a:pPr>
            <a:r>
              <a:t>A[2] = 5</a:t>
            </a:r>
          </a:p>
          <a:p>
            <a:pPr>
              <a:spcAft>
                <a:spcPts val="800"/>
              </a:spcAft>
              <a:defRPr sz="1800">
                <a:latin typeface="Arial"/>
              </a:defRPr>
            </a:pPr>
            <a:r>
              <a:t>A[3] = 8</a:t>
            </a:r>
          </a:p>
          <a:p>
            <a:pPr>
              <a:spcAft>
                <a:spcPts val="800"/>
              </a:spcAft>
              <a:defRPr sz="1800">
                <a:latin typeface="Arial"/>
              </a:defRPr>
            </a:pPr>
            <a:r>
              <a:t>A[4] = 11</a:t>
            </a:r>
          </a:p>
          <a:p>
            <a:pPr>
              <a:spcAft>
                <a:spcPts val="800"/>
              </a:spcAft>
              <a:defRPr sz="1800">
                <a:latin typeface="Arial"/>
              </a:defRPr>
            </a:pPr>
            <a:r>
              <a:t>A[5] = 14</a:t>
            </a:r>
          </a:p>
          <a:p>
            <a:pPr>
              <a:spcAft>
                <a:spcPts val="800"/>
              </a:spcAft>
              <a:defRPr sz="1800">
                <a:latin typeface="Arial"/>
              </a:defRPr>
            </a:pPr>
            <a:r>
              <a:t>Енді біз осы массивтің элементтерін қолданып, арифметикалық прогрессияның қасиеттерін зерттей аламыз (мысалы, қосындысын табу).</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қолданыс:</a:t>
            </a:r>
          </a:p>
          <a:p>
            <a:pPr>
              <a:spcAft>
                <a:spcPts val="800"/>
              </a:spcAft>
              <a:defRPr sz="1800">
                <a:latin typeface="Arial"/>
              </a:defRPr>
            </a:pPr>
            <a:r>
              <a:t>*   Компьютерлік ойындарда: ойын персонаждарының координаттарын сақтау және өзгерту.</a:t>
            </a:r>
          </a:p>
          <a:p>
            <a:pPr>
              <a:spcAft>
                <a:spcPts val="800"/>
              </a:spcAft>
              <a:defRPr sz="1800">
                <a:latin typeface="Arial"/>
              </a:defRPr>
            </a:pPr>
            <a:r>
              <a:t>*   Деректер базасында: клиенттер туралы ақпаратты сақтау.</a:t>
            </a:r>
          </a:p>
          <a:p>
            <a:pPr>
              <a:spcAft>
                <a:spcPts val="800"/>
              </a:spcAft>
              <a:defRPr sz="1800">
                <a:latin typeface="Arial"/>
              </a:defRPr>
            </a:pPr>
            <a:r>
              <a:t>*   Графикада: суреттерді пиксельдер арқылы сақтау.</a:t>
            </a:r>
          </a:p>
          <a:p>
            <a:pPr>
              <a:spcAft>
                <a:spcPts val="800"/>
              </a:spcAft>
              <a:defRPr sz="1800">
                <a:latin typeface="Arial"/>
              </a:defRPr>
            </a:pPr>
            <a:r>
              <a:t>*   Машиналық оқытуда: мәліметтерді талдау және болжау.</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мен алгебралық сандар тізбектерінің байланысы информатика мен математиканың арасындағы тығыз қарым-қатынасты көрсетеді. Бұл байланыс бізге есептерді шешудің тиімді тәсілдерін табуға және шығармашылық қабілетімізді дамытуға көмектеседі. Массивтерді қолдану арқылы біз сандар тізбектерін модельдеп, олардың заңдылықтарын аша аламыз.</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9-сынып. Авторлары: Бельгибаев Ө.А., Тынысбекова А.Т. "Арман-ПВ" баспасы, 2019 жыл.</a:t>
            </a:r>
          </a:p>
          <a:p>
            <a:pPr lvl="1">
              <a:spcAft>
                <a:spcPts val="800"/>
              </a:spcAft>
              <a:defRPr sz="1600">
                <a:latin typeface="Arial"/>
              </a:defRPr>
            </a:pPr>
            <a:r>
              <a:t>2.  Алгебра. 9-сынып. Авторлары: Ә.Н.Шыныбеков, Д.Ә.Шыныбеков "Атамұра" баспасы, 2019 жыл.</a:t>
            </a:r>
          </a:p>
          <a:p>
            <a:pPr lvl="1">
              <a:spcAft>
                <a:spcPts val="800"/>
              </a:spcAft>
              <a:defRPr sz="1600">
                <a:latin typeface="Arial"/>
              </a:defRPr>
            </a:pPr>
            <a:r>
              <a:t>3.  okulyk.kz сайтындағы 9-сыныпқа арналған информатика және алгебра оқулықтары.</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