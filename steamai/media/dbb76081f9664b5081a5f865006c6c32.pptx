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**Тақырыбы:** Информатика және алгебра пәндерінің байланысы: Бір өлшемді массивтерді сандар тізбегі ретінде зерттеу (9-сынып)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**Мақсаты:** Бір өлшемді массив ұғымын алгебралық сандар тізбегімен байланыстыра отырып, информатика мен математиканың өзара байланысын көрсету. Оқушылардың логикалық ойлау қабілетін дамыту және пәнаралық білімдерін тереңдету.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**Информатикадағы бір өлшемді массивтер:**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 (вектор) – бір типті элементтердің реттелген тізбегі.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Әрбір элементтің индексі болады, ол элементтің массивтегі орнын анықтайды.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Массивтер деректерді сақтау және өңдеу үшін қолданылады (мысалы, сандар тізбегін сақтау, сұрыптау, іздеу).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**(Дереккөзі: Информатика, 9-сынып, авторлары: Е. А. Вьюшкова, Н. В. Параскун, okulyk.kz)**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**Алгебрадағы сандар тізбегі:**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Сандар тізбегі – реттелген сандар жиынтығы.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Тізбектің әрбір мүшесінің реттік нөмірі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Сандар тізбегі арифметикалық, геометриялық және басқа да түрлерге бөлінеді.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Сандар тізбегін әртүрлі формулалармен беруге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**(Дереккөзі: Алгебра, 9-сынып, авторлары: Ә.Е. Әбілқасымова, И. Бекбоев, А. Абдиев, З. Жұмағұлова, okulyk.kz)**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**Пәнаралық байланыс:**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массивті алгебралық сандар тізбегінің компьютерлік моделі ретінде қарастыруға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Массив элементтері – сандар тізбегінің мүшелері, ал индекстер – олардың реттік нөмірлері.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Информатикадағы алгоритмдерді (сұрыптау, іздеу) алгебралық есептерді шешу үшін қолдануға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**Мысал:**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прогрессия: 2, 4, 6, 8, 10...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Информатикада: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`A[1] = 2`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`A[2] = 4`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`A[3] = 6`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`A[4] = 8`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`A[5] = 10`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Бұл массивті программалау тілінде құруға және әртүрлі амалдар қолдануға болады (мысалы, барлық элементтердің қосындысын табу).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**Қорытынды:**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мен алгебра пәндерінің байланысы оқушыларға білімді тереңдетуге және пәндерді біріктіріп оқуға мүмкіндік береді. Бір өлшемді массивтер мен сандар тізбектерінің арасындағы ұқсастықты түсіну, алгоритмдік ойлау қабілетін дамытады.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**Пайдаланылған әдебиеттер:**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Информатика, 9-сынып, Е. А. Вьюшкова, Н. В. Параскун, "Арман-ПВ" баспасы, 2019 ж.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Алгебра, 9-сынып, Ә.Е. Әбілқасымова, И. Бекбоев, А. Абдиев, З. Жұмағұлова, "Мектеп" баспасы, 2019 ж.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