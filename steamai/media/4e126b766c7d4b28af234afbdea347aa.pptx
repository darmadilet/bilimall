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6279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Бір өлшемді массив, Алгебра, 9 сынып, сандар тізбегі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Автоматты түрде жасалған презентация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2-слайд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Қате орын алды: 429 You exceeded your current quota, please check your plan and billing details. For more information on this error, head to: https://ai.google.dev/gemini-api/docs/rate-limits. [violations {</a:t>
            </a:r>
          </a:p>
          <a:p>
            <a:r>
              <a:t>}</a:t>
            </a:r>
          </a:p>
          <a:p>
            <a:r>
              <a:t>violations {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3-слайд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}</a:t>
            </a:r>
          </a:p>
          <a:p>
            <a:r>
              <a:t>violations {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4-слайд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, links {</a:t>
            </a:r>
          </a:p>
          <a:p>
            <a:r>
              <a:t>description: "Learn more about Gemini API quotas"</a:t>
            </a:r>
          </a:p>
          <a:p>
            <a:r>
              <a:t>url: "https://ai.google.dev/gemini-api/docs/rate-limits"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Волна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adile</cp:lastModifiedBy>
  <cp:revision>1</cp:revision>
  <dcterms:modified xsi:type="dcterms:W3CDTF">2025-05-16T13:14:50Z</dcterms:modified>
</cp:coreProperties>
</file>