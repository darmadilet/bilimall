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Сәлеметсіздер ме, құрметті оқушылар және ұстаздар! Бүгінгі презентациямыздың тақырыбы – "Бір өлшемді массивтер және алгебралық сандар тізбегі: информатика мен жаратылыстану пәндерінің байланысы". Бұл жұмыстың мақсаты – информатика мен алгебра пәндерінің өзара байланысын көрсету және бір өлшемді массивтердің сандық тізбектерді өңдеудегі маңыздылығын ашу. Біздің зерттеуіміз 9-сыныптың оқу бағдарламасына сәйкес жүргізіледі және оқулықтарға негізделеді.</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ұғымдарға тоқталайық. Бір өлшемді массив – бұл бірдей типтегі элементтердің реттелген тізбегі. Әрбір элементтің өз индексі болады, ол арқылы элементке қол жеткізуге болады. Алгебрада сандар тізбегі – бұл белгілі бір заңдылықпен орналасқан сандардың жиынтығы. Мысалы, арифметикалық прогрессия, геометриялық прогрессия және т.б. Осы ұғымдарды түсіну бізге информатика мен жаратылыстану арасындағы байланысты тереңірек зерттеуге мүмкіндік береді.</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Енді пәндік байланысқа көшейік. Информатикада бір өлшемді массивтер сандар тізбегін сақтау және өңдеу үшін қолданылады. Мысалы, алгебралық есептерді шешуде, сандар тізбегінің қосындысын табу, орташа мәнін есептеу немесе белгілі бір шарттарға сәйкес келетін элементтерді іздеу үшін массивтерді пайдалану тиімді. Осылайша, информатика алгебралық есептерді автоматтандыруға және жылдамдатуға мүмкіндік береді.</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қарастырайық. Арифметикалық прогрессияның алғашқы n мүшесінің қосындысын есептеу қажет болсын. Алгебралық формула арқылы есептеуге болады, бірақ біз информатикалық тәсілді қолданамыз. Бір өлшемді массив құрып, прогрессияның әрбір мүшесін массивке сақтаймыз. Содан кейін цикл арқылы массив элементтерін қосып, қосындыны табамыз. Бұл мысал информатиканың алгебралық есептерді шешудегі тиімділігін көрсетеді.</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Қорытындылай келе, информатика мен жаратылыстану пәндерінің байланысы өте маңызды. Бір өлшемді массивтер алгебралық есептерді шешуде тиімді құрал болып табылады. Информатика алгебралық есептеулерді автоматтандыруға және жылдамдатуға мүмкіндік береді. Бұл біздің білімімізді кеңейтіп, әртүрлі есептерді шешуге көмектеседі.</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Назарларыңызға рахмет! Сұрақтарыңыз болса, қоюға болады.</a:t>
            </a:r>
          </a:p>
          <a:p>
            <a:pPr>
              <a:spcAft>
                <a:spcPts val="800"/>
              </a:spcAft>
              <a:defRPr sz="1800">
                <a:latin typeface="Arial"/>
              </a:defRPr>
            </a:pPr>
            <a:r>
              <a:t>**Пайдаланылған әдебиеттер тізімі:**</a:t>
            </a:r>
          </a:p>
          <a:p>
            <a:pPr lvl="1">
              <a:spcAft>
                <a:spcPts val="800"/>
              </a:spcAft>
              <a:defRPr sz="1600">
                <a:latin typeface="Arial"/>
              </a:defRPr>
            </a:pPr>
            <a:r>
              <a:t>1.  Информатика. 9 сынып. Авторы: Бельгибаев Ө., Бельгибаева Г., Маханова Г. "Алматыкітап баспасы" ЖШС, 2019</a:t>
            </a:r>
          </a:p>
          <a:p>
            <a:pPr lvl="1">
              <a:spcAft>
                <a:spcPts val="800"/>
              </a:spcAft>
              <a:defRPr sz="1600">
                <a:latin typeface="Arial"/>
              </a:defRPr>
            </a:pPr>
            <a:r>
              <a:t>2. Алгебра. 9 сынып. Авторы: Ә.Н.Шыныбеков, Д.Ә.Шыныбеков, "Атамұра" 2019</a:t>
            </a:r>
          </a:p>
          <a:p>
            <a:pPr lvl="1">
              <a:spcAft>
                <a:spcPts val="800"/>
              </a:spcAft>
              <a:defRPr sz="1600">
                <a:latin typeface="Arial"/>
              </a:defRPr>
            </a:pPr>
            <a:r>
              <a:t>3. Информатика. 9 сынып. Авторы: Е.А.Вьюшкова, Н.В.Параскун "Арман-ПВ" 2019</a:t>
            </a:r>
          </a:p>
          <a:p>
            <a:pPr>
              <a:spcAft>
                <a:spcPts val="800"/>
              </a:spcAft>
              <a:defRPr sz="1800">
                <a:latin typeface="Arial"/>
              </a:defRPr>
            </a:pPr>
            <a:r>
              <a:t>**Ескерту:** Презентация мәтіні okulyk.kz сайтындағы ресми оқулықтарға сүйеніп жасалды.</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