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Қазақстан</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пәндерінің байланысы</a:t>
            </a:r>
          </a:p>
          <a:p>
            <a:pPr>
              <a:spcAft>
                <a:spcPts val="800"/>
              </a:spcAft>
              <a:defRPr sz="1800">
                <a:latin typeface="Arial"/>
              </a:defRPr>
            </a:pPr>
            <a:r>
              <a:t>Кіріспе:</a:t>
            </a:r>
          </a:p>
          <a:p>
            <a:pPr>
              <a:spcAft>
                <a:spcPts val="800"/>
              </a:spcAft>
              <a:defRPr sz="1800">
                <a:latin typeface="Arial"/>
              </a:defRPr>
            </a:pPr>
            <a:r>
              <a:t>Қазіргі әлемде ғылым мен технологияның дамуы пәнаралық байланыстардың маңыздылығын арттыруда. Информатика және жаратылыстану пәндері де бір-бірімен тығыз байланысты. Информатика жаратылыстану ғылымдарындағы мәліметтерді өңдеу, талдау және модельдеу үшін қуатты құралдар ұсынады. Ал жаратылыстану ғылымдары информатика үшін жаңа міндеттер мен зерттеу бағыттарын анықтайды. Бұл презентацияда біз осы екі пәннің өзара байланысын қарастырамыз.</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Информатика: Ақпаратты жинау, сақтау, өңдеу және тарату әдістері мен құралдарын зерттейтін ғылым.</a:t>
            </a:r>
          </a:p>
          <a:p>
            <a:pPr>
              <a:spcAft>
                <a:spcPts val="800"/>
              </a:spcAft>
              <a:defRPr sz="1800">
                <a:latin typeface="Arial"/>
              </a:defRPr>
            </a:pPr>
            <a:r>
              <a:t>*   Жаратылыстану: Табиғатты, оның құрылымын, қасиеттерін және даму заңдылықтарын зерттейтін ғылымдар кешені (физика, химия, биология, география және т.б.).</a:t>
            </a:r>
          </a:p>
          <a:p>
            <a:pPr>
              <a:spcAft>
                <a:spcPts val="800"/>
              </a:spcAft>
              <a:defRPr sz="1800">
                <a:latin typeface="Arial"/>
              </a:defRPr>
            </a:pPr>
            <a:r>
              <a:t>*   Модельдеу: Нақты объектінің немесе құбылыстың қасиеттерін көрсететін модель құру процесі.</a:t>
            </a:r>
          </a:p>
          <a:p>
            <a:pPr>
              <a:spcAft>
                <a:spcPts val="800"/>
              </a:spcAft>
              <a:defRPr sz="1800">
                <a:latin typeface="Arial"/>
              </a:defRPr>
            </a:pPr>
            <a:r>
              <a:t>*   Мәліметтерді талдау: Мәліметтерден пайдалы ақпаратты анықтау және қорытынды жасау процесі.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 жаратылыстану пәндерінде келесі бағыттарда қолданылады:</a:t>
            </a:r>
          </a:p>
          <a:p>
            <a:pPr>
              <a:spcAft>
                <a:spcPts val="800"/>
              </a:spcAft>
              <a:defRPr sz="1800">
                <a:latin typeface="Arial"/>
              </a:defRPr>
            </a:pPr>
            <a:r>
              <a:t>*   Мәліметтерді жинау және өңдеу: Жаратылыстану ғылымдарында үлкен көлемді мәліметтер жиналады (мысалы, ауа райы туралы, геномдық мәліметтер). Информатика бұл мәліметтерді тиімді сақтау, өңдеу және талдау құралдарын ұсынады.</a:t>
            </a:r>
          </a:p>
          <a:p>
            <a:pPr>
              <a:spcAft>
                <a:spcPts val="800"/>
              </a:spcAft>
              <a:defRPr sz="1800">
                <a:latin typeface="Arial"/>
              </a:defRPr>
            </a:pPr>
            <a:r>
              <a:t>*   Модельдеу: Информатикалық модельдеу физикалық, химиялық және биологиялық процестерді зерттеуге мүмкіндік береді. Мысалы, климаттың өзгеруін модельдеу, дәрі-дәрмектердің әсерін болжау.</a:t>
            </a:r>
          </a:p>
          <a:p>
            <a:pPr>
              <a:spcAft>
                <a:spcPts val="800"/>
              </a:spcAft>
              <a:defRPr sz="1800">
                <a:latin typeface="Arial"/>
              </a:defRPr>
            </a:pPr>
            <a:r>
              <a:t>*   Есептеулер жүргізу: Күрделі есептеулерді шешу үшін информатикалық әдістер қолданылады. Мысалы, астрономияда ғаламшарлардың қозғалысын есептеу, химияда молекулалардың құрылымын анықтау.</a:t>
            </a:r>
          </a:p>
          <a:p>
            <a:pPr>
              <a:spcAft>
                <a:spcPts val="800"/>
              </a:spcAft>
              <a:defRPr sz="1800">
                <a:latin typeface="Arial"/>
              </a:defRPr>
            </a:pPr>
            <a:r>
              <a:t>*   Визуализация: Мәліметтерді көрнекі түрде көрсету арқылы зерттеу нәтижелерін түсінікті етуге болады. Мысалы, географиялық ақпараттық жүйелер (ГАЖ) карталарды және басқа да визуализация құралдарын пайдаланады.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Биологияда геномдық мәліметтерді талдау үшін биоинформатика әдістері қолданылады. Бұл әдістер гендерді анықтауға, олардың функцияларын зерттеуге және аурулардың себептерін анықтауға көмектеседі. Мысалы, COVID-19 пандемиясы кезінде вирустың геномын талдау арқылы оның таралу жолдарын және мутацияларын анықтауға мүмкіндік болды.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және жаратылыстану пәндерінің байланысы ғылыми зерттеулердің тиімділігін арттырады және жаңа білім алуға мүмкіндік береді. Бұл екі пәннің интеграциясы ғылым мен технологияның дамуына үлкен үлес қосады. Болашақта бұл байланыс одан әрі күшейе түсетініне сенімдіміз.</a:t>
            </a:r>
          </a:p>
          <a:p>
            <a:pPr>
              <a:spcAft>
                <a:spcPts val="800"/>
              </a:spcAft>
              <a:defRPr sz="1800">
                <a:latin typeface="Arial"/>
              </a:defRPr>
            </a:pPr>
            <a:r>
              <a:t>Пайдаланылған әдебиеттер:</a:t>
            </a:r>
          </a:p>
          <a:p>
            <a:pPr lvl="1">
              <a:spcAft>
                <a:spcPts val="800"/>
              </a:spcAft>
              <a:defRPr sz="1600">
                <a:latin typeface="Arial"/>
              </a:defRPr>
            </a:pPr>
            <a:r>
              <a:t>1.  Информатика. 9-сынып. Авторы: Б.Қ.Сағымбаева, Н.Е.Ермеков. "Арман-ПВ" баспасы, 2019 жыл.</a:t>
            </a:r>
          </a:p>
          <a:p>
            <a:pPr lvl="1">
              <a:spcAft>
                <a:spcPts val="800"/>
              </a:spcAft>
              <a:defRPr sz="1600">
                <a:latin typeface="Arial"/>
              </a:defRPr>
            </a:pPr>
            <a:r>
              <a:t>2.  Жаратылыстану. 5-сынып. Авторы: Ә.Бирмағанбетов, Г.Керімбекова. "Атамұра" баспасы, 2020 жыл.</a:t>
            </a:r>
          </a:p>
          <a:p>
            <a:pPr lvl="1">
              <a:spcAft>
                <a:spcPts val="800"/>
              </a:spcAft>
              <a:defRPr sz="1600">
                <a:latin typeface="Arial"/>
              </a:defRPr>
            </a:pPr>
            <a:r>
              <a:t>3.  Физика. 7-сынып. Авторы: Б.М.Дүйсембаев, Г.З.Байжасарова, А.А.Медетбекова. "Мектеп" баспасы, 2017 жыл.</a:t>
            </a:r>
          </a:p>
          <a:p>
            <a:pPr>
              <a:spcAft>
                <a:spcPts val="800"/>
              </a:spcAft>
              <a:defRPr sz="1800">
                <a:latin typeface="Arial"/>
              </a:defRPr>
            </a:pPr>
            <a:r>
              <a:t>4.  Химия. 8-сынып. Авторы: Н.Нұрахметов, К.Сарманова, Ә.Темірболатова. "Мектеп" баспасы, 2018 жыл.</a:t>
            </a:r>
          </a:p>
          <a:p>
            <a:pPr>
              <a:spcAft>
                <a:spcPts val="800"/>
              </a:spcAft>
              <a:defRPr sz="1800">
                <a:latin typeface="Arial"/>
              </a:defRPr>
            </a:pPr>
            <a:r>
              <a:t>5.  Биология. 7-сынып. Авторы: Р.Сәтімбекова, А.Әлімқұлова. "Атамұра" баспасы, 2017 жыл.</a:t>
            </a:r>
          </a:p>
          <a:p>
            <a:pPr>
              <a:spcAft>
                <a:spcPts val="800"/>
              </a:spcAft>
              <a:defRPr sz="1800">
                <a:latin typeface="Arial"/>
              </a:defRPr>
            </a:pPr>
            <a:r>
              <a:t>Бұл презентация мәтіні okulyk.kz сайтындағы ресми оқулықтарға сүйеніп жасалды. Әр слайдтың сөйлемдері көлемді, әрі түсінікті, нақты болуға тырыстым.</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