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және сандар тізбегі: Информатика мен алгебраның байланысы"</a:t>
            </a:r>
          </a:p>
          <a:p>
            <a:pPr>
              <a:spcAft>
                <a:spcPts val="800"/>
              </a:spcAft>
              <a:defRPr sz="1800">
                <a:latin typeface="Arial"/>
              </a:defRPr>
            </a:pPr>
            <a:r>
              <a:t>Кіріспе: Құрметті оқушылар мен ұстаздар! Бүгінгі презентациямызда информатика пәніндегі бір өлшемді массивтер мен алгебра пәніндегі сандар тізбегінің арасындағы тығыз байланысты қарастырамыз. Бұл байланыс екі пәннің де маңыздылығын арттырып, оқу процесін қызықты әрі тиімді етеді. Біздің мақсатымыз – осы байланысты ашып көрсету арқылы сіздердің түсініктеріңізді кеңейту және практикалық дағдыларыңызды дамыту.</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(информатика): Бір типтегі мәліметтердің реттелген тізбегі. Әрбір элементтің индексі болады, ол арқылы элементке қол жеткізуге болады. Массивтер деректерді сақтау және өңдеу үшін кеңінен қолданылады.</a:t>
            </a:r>
          </a:p>
          <a:p>
            <a:pPr>
              <a:spcAft>
                <a:spcPts val="800"/>
              </a:spcAft>
              <a:defRPr sz="1800">
                <a:latin typeface="Arial"/>
              </a:defRPr>
            </a:pPr>
            <a:r>
              <a:t>*   Сандар тізбегі (алгебра): Белгілі бір заңдылықпен орналасқан сандардың жиынтығы. Сандар тізбегінің әрбір мүшесінің өз нөмірі болады. Арифметикалық және геометриялық прогрессиялар – сандар тізбегінің маңызды түрлері.</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Бір өлшемді массивтер мен сандар тізбегі арасындағы байланыс мынада:</a:t>
            </a:r>
          </a:p>
          <a:p>
            <a:pPr>
              <a:spcAft>
                <a:spcPts val="800"/>
              </a:spcAft>
              <a:defRPr sz="1800">
                <a:latin typeface="Arial"/>
              </a:defRPr>
            </a:pPr>
            <a:r>
              <a:t>*   Сандар тізбегін бір өлшемді массив ретінде компьютер жадында сақтауға болады.</a:t>
            </a:r>
          </a:p>
          <a:p>
            <a:pPr>
              <a:spcAft>
                <a:spcPts val="800"/>
              </a:spcAft>
              <a:defRPr sz="1800">
                <a:latin typeface="Arial"/>
              </a:defRPr>
            </a:pPr>
            <a:r>
              <a:t>*   Массивтерді пайдаланып, сандар тізбегінің элементтерін өңдеуге, өзгертуге және іздеуге болады.</a:t>
            </a:r>
          </a:p>
          <a:p>
            <a:pPr>
              <a:spcAft>
                <a:spcPts val="800"/>
              </a:spcAft>
              <a:defRPr sz="1800">
                <a:latin typeface="Arial"/>
              </a:defRPr>
            </a:pPr>
            <a:r>
              <a:t>*   Алгебралық есептерді шешу үшін массивтерді қолдану алгоритмдерін құруға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 2, 4, 6, 8, 10...</a:t>
            </a:r>
          </a:p>
          <a:p>
            <a:pPr>
              <a:spcAft>
                <a:spcPts val="800"/>
              </a:spcAft>
              <a:defRPr sz="1800">
                <a:latin typeface="Arial"/>
              </a:defRPr>
            </a:pPr>
            <a:r>
              <a:t>Бұл тізбекті бір өлшемді массивке былай жазуға болады:</a:t>
            </a:r>
          </a:p>
          <a:p>
            <a:pPr>
              <a:spcAft>
                <a:spcPts val="800"/>
              </a:spcAft>
              <a:defRPr sz="1800">
                <a:latin typeface="Arial"/>
              </a:defRPr>
            </a:pPr>
            <a:r>
              <a:t>`array = [2, 4, 6, 8, 10]`</a:t>
            </a:r>
          </a:p>
          <a:p>
            <a:pPr>
              <a:spcAft>
                <a:spcPts val="800"/>
              </a:spcAft>
              <a:defRPr sz="1800">
                <a:latin typeface="Arial"/>
              </a:defRPr>
            </a:pPr>
            <a:r>
              <a:t>Информатикада массивті қолданып, прогрессияның кез келген мүшесін табуға немесе қосындысын есептеуге болады. Мысалы, n-ші мүшені табу формуласы: a[n] = a[1] + (n-1) * d, мұндағы d – айырмашылық.</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қолдану:</a:t>
            </a:r>
          </a:p>
          <a:p>
            <a:pPr>
              <a:spcAft>
                <a:spcPts val="800"/>
              </a:spcAft>
              <a:defRPr sz="1800">
                <a:latin typeface="Arial"/>
              </a:defRPr>
            </a:pPr>
            <a:r>
              <a:t>*   Деректерді талдау: Үлкен көлемді сандық деректерді өңдеу және талдау кезінде массивтерді қолдану тиімді.</a:t>
            </a:r>
          </a:p>
          <a:p>
            <a:pPr>
              <a:spcAft>
                <a:spcPts val="800"/>
              </a:spcAft>
              <a:defRPr sz="1800">
                <a:latin typeface="Arial"/>
              </a:defRPr>
            </a:pPr>
            <a:r>
              <a:t>*   Графика және ойындар: Компьютерлік графикада объектілердің координаттарын сақтау және өңдеу үшін массивтер қолданылады. Ойындарда ойынның параметрлерін сақтау және өзгерту үшін массивтер пайдаланылады.</a:t>
            </a:r>
          </a:p>
          <a:p>
            <a:pPr>
              <a:spcAft>
                <a:spcPts val="800"/>
              </a:spcAft>
              <a:defRPr sz="1800">
                <a:latin typeface="Arial"/>
              </a:defRPr>
            </a:pPr>
            <a:r>
              <a:t>*   Есептеулер: Математикалық және физикалық есептеулерде массивтерді пайдалану арқылы күрделі есептеулерді автоматтандыруға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Біз бүгін информатика мен алгебра пәндерінің арасындағы маңызды байланысты қарастырдық. Бір өлшемді массивтер мен сандар тізбегінің өзара байланысы екі пәннің де мүмкіндіктерін кеңейтеді және оқушылардың логикалық ойлау қабілеттерін дамытады. Бұл байланысты түсіну арқылы сіздер практикалық есептерді шешуде және жаңа технологияларды игеруде табысты боласыздар.</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Сұрақтар мен талқылау:</a:t>
            </a:r>
          </a:p>
          <a:p>
            <a:pPr>
              <a:spcAft>
                <a:spcPts val="800"/>
              </a:spcAft>
              <a:defRPr sz="1800">
                <a:latin typeface="Arial"/>
              </a:defRPr>
            </a:pPr>
            <a:r>
              <a:t>*   Сіздерде презентация бойынша қандай сұрақтар бар?</a:t>
            </a:r>
          </a:p>
          <a:p>
            <a:pPr>
              <a:spcAft>
                <a:spcPts val="800"/>
              </a:spcAft>
              <a:defRPr sz="1800">
                <a:latin typeface="Arial"/>
              </a:defRPr>
            </a:pPr>
            <a:r>
              <a:t>*   Информатика мен алгебраның басқа қандай байланыстарын білесіздер?</a:t>
            </a:r>
          </a:p>
          <a:p>
            <a:pPr>
              <a:spcAft>
                <a:spcPts val="800"/>
              </a:spcAft>
              <a:defRPr sz="1800">
                <a:latin typeface="Arial"/>
              </a:defRPr>
            </a:pPr>
            <a:r>
              <a:t>*   Бұл білімді болашақта қалай қолдана аласыздар?</a:t>
            </a:r>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9 сынып. Авторы: Бельгибаев Ө.А. және басқалары. "Арман-ПВ" баспасы, 2019 ж. ([okulyk.kz](https://okulyk.kz/))</a:t>
            </a:r>
          </a:p>
          <a:p>
            <a:pPr lvl="1">
              <a:spcAft>
                <a:spcPts val="800"/>
              </a:spcAft>
              <a:defRPr sz="1600">
                <a:latin typeface="Arial"/>
              </a:defRPr>
            </a:pPr>
            <a:r>
              <a:t>2. Алгебра. 9 сынып. Авторы: Әбілқасымова А.Е. және басқалары. "Мектеп" баспасы, 2019 ж. ([okulyk.kz](https://okulyk.kz/))</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