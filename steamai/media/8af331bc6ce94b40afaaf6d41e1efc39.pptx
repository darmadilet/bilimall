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13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36279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Бір өлшемді массив, Алгебра, 9 сынып, сандар тізбегі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Автоматты түрде жасалған презентация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Тақырыбы: Бір өлшемді массивтерді алгебра есептерін шешуде қолдану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1-слайд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Кіріспе: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Информатика мен жаратылыстану ғылымдарының байланысы.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Алгебра есептерін шешуде программалаудың ролі.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Массив ұғымы және оның қолданылу аясы.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2-слайд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Негізгі ұғымдар: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Бір өлшемді массив (тізім) анықтамасы.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Массив элементтеріне қол жеткізу.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Массивтің индексі.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Массивтерді программалау тілдерінде жариялау және қолдану (Python мысалында). (Дереккөз: okulyk.kz, Информатика, 9-сынып)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3-слайд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Пәндік байланыс: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Алгебрадағы сандық тізбектер және олардың массивтермен байланысы.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Арифметикалық және геометриялық прогрессиялар.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Массивтерді қолданып прогрессия мүшелерін табу.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Массивтер арқылы алгебралық есептерді модельдеу.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4-слайд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Мысал: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Арифметикалық прогрессияның алғашқы n мүшесін массивке сақтау және қосындысын табу программасы.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Геометриялық прогрессияның n-шы мүшесін табу программасы.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Сандар тізбегін өңдеуге арналған есептер (максимум, минимум, орташа мән табу).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5-слайд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Қорытынды: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Бір өлшемді массивтерді қолдану арқылы алгебра есептерін тиімді шешуге болады.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Программалау дағдылары математикалық есептерді шешуде көмектеседі.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Информатика және алгебра пәндерінің интеграциясы білімді тереңдетеді.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6-слайд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Волна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adile</cp:lastModifiedBy>
  <cp:revision>1</cp:revision>
  <dcterms:modified xsi:type="dcterms:W3CDTF">2025-05-16T13:14:50Z</dcterms:modified>
</cp:coreProperties>
</file>