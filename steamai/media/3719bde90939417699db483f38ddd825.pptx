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массивтерді жаратылыстану ғылымдарында қолдану"</a:t>
            </a:r>
          </a:p>
          <a:p>
            <a:pPr>
              <a:spcAft>
                <a:spcPts val="800"/>
              </a:spcAft>
              <a:defRPr sz="1800">
                <a:latin typeface="Arial"/>
              </a:defRPr>
            </a:pPr>
            <a:r>
              <a:t>*Кіріспе:*</a:t>
            </a:r>
          </a:p>
          <a:p>
            <a:pPr>
              <a:spcAft>
                <a:spcPts val="800"/>
              </a:spcAft>
              <a:defRPr sz="1800">
                <a:latin typeface="Arial"/>
              </a:defRPr>
            </a:pPr>
            <a:r>
              <a:t>Бүгінгі презентациямыздың мақсаты – информатика пәніндегі "бір өлшемді массив" ұғымын жаратылыстану ғылымдарымен, атап айтқанда алгебрамен байланыстыра отырып қарастыру. Біз сандар тізбегін бір өлшемді массив ретінде қалай қолдануға болатынын және бұл байланыстың практикалық маңызы қандай екенін зерттейміз. 9-сынып алгебра курсындағы сандар тізбегі ұғымының информатикадағы қолданысын қарастырамыз.</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a:t>
            </a:r>
          </a:p>
          <a:p>
            <a:pPr>
              <a:spcAft>
                <a:spcPts val="800"/>
              </a:spcAft>
              <a:defRPr sz="1800">
                <a:latin typeface="Arial"/>
              </a:defRPr>
            </a:pPr>
            <a:r>
              <a:t>Информатикада массив – бір типтегі элементтердің реттелген жиынтығы. Бір өлшемді массив – элементтер бір қатарға орналасқан сызықтық құрылым. Әрбір элементтің өз индексі болады, ол арқылы элементке қол жеткізуге болады. Массивтер деректерді сақтау және өңдеу үшін кеңінен қолданылады. Мысалы, бағдарламалау тілдерінде массивтерді жариялау және пайдаланудың қарапайым жолдары бар.</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Сандар тізбегі (Алгебра)*</a:t>
            </a:r>
          </a:p>
          <a:p>
            <a:pPr>
              <a:spcAft>
                <a:spcPts val="800"/>
              </a:spcAft>
              <a:defRPr sz="1800">
                <a:latin typeface="Arial"/>
              </a:defRPr>
            </a:pPr>
            <a:r>
              <a:t>Алгебрада сандар тізбегі – белгілі бір заңдылықпен реттелген сандардың жиынтығы. Мысалы, арифметикалық прогрессия, геометриялық прогрессия және т.б. Сандар тізбегінің әрбір мүшесінің өз нөмірі болады. Тізбектер математикалық есептерді шешуде, заңдылықтарды табуда маңызды рөл атқарады.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Массив және сандар тізбегі*</a:t>
            </a:r>
          </a:p>
          <a:p>
            <a:pPr>
              <a:spcAft>
                <a:spcPts val="800"/>
              </a:spcAft>
              <a:defRPr sz="1800">
                <a:latin typeface="Arial"/>
              </a:defRPr>
            </a:pPr>
            <a:r>
              <a:t>Бір өлшемді массивті сандар тізбегін сақтау және өңдеу үшін пайдалануға болады. Әрбір тізбек мүшесі массивтің бір элементіне сәйкес келеді. Массивтің индексі тізбек мүшесінің нөмірін көрсетеді. Осылайша, массив арқылы тізбекпен байланысты есептерді шешуге болады. Мысалы, тізбек мүшелерінің қосындысын табу, ең үлкен немесе ең кіші элементті анықтау.</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a:t>
            </a:r>
          </a:p>
          <a:p>
            <a:pPr>
              <a:spcAft>
                <a:spcPts val="800"/>
              </a:spcAft>
              <a:defRPr sz="1800">
                <a:latin typeface="Arial"/>
              </a:defRPr>
            </a:pPr>
            <a:r>
              <a:t>Арифметикалық прогрессияның алғашқы 5 мүшесін массивте сақтау: 2, 4, 6, 8, 10.</a:t>
            </a:r>
          </a:p>
          <a:p>
            <a:pPr>
              <a:spcAft>
                <a:spcPts val="800"/>
              </a:spcAft>
              <a:defRPr sz="1800">
                <a:latin typeface="Arial"/>
              </a:defRPr>
            </a:pPr>
            <a:r>
              <a:t>```</a:t>
            </a:r>
          </a:p>
          <a:p>
            <a:pPr>
              <a:spcAft>
                <a:spcPts val="800"/>
              </a:spcAft>
              <a:defRPr sz="1800">
                <a:latin typeface="Arial"/>
              </a:defRPr>
            </a:pPr>
            <a:r>
              <a:t>// C++ тілінде</a:t>
            </a:r>
          </a:p>
          <a:p>
            <a:pPr>
              <a:spcAft>
                <a:spcPts val="800"/>
              </a:spcAft>
              <a:defRPr sz="1800">
                <a:latin typeface="Arial"/>
              </a:defRPr>
            </a:pPr>
            <a:r>
              <a:t>int a[5] = {2, 4, 6, 8, 10};</a:t>
            </a:r>
          </a:p>
          <a:p>
            <a:pPr>
              <a:spcAft>
                <a:spcPts val="800"/>
              </a:spcAft>
              <a:defRPr sz="1800">
                <a:latin typeface="Arial"/>
              </a:defRPr>
            </a:pPr>
            <a:r>
              <a:t>for (int i = 0; i &lt; 5; i++) {</a:t>
            </a:r>
          </a:p>
          <a:p>
            <a:pPr>
              <a:spcAft>
                <a:spcPts val="800"/>
              </a:spcAft>
              <a:defRPr sz="1800">
                <a:latin typeface="Arial"/>
              </a:defRPr>
            </a:pPr>
            <a:r>
              <a:t>cout &lt;&lt; "a[" &lt;&lt; i &lt;&lt; "] = " &lt;&lt; a[i] &lt;&lt; endl;</a:t>
            </a:r>
          </a:p>
          <a:p>
            <a:pPr>
              <a:spcAft>
                <a:spcPts val="800"/>
              </a:spcAft>
              <a:defRPr sz="1800">
                <a:latin typeface="Arial"/>
              </a:defRPr>
            </a:pPr>
            <a:r>
              <a:t>}</a:t>
            </a:r>
          </a:p>
          <a:p>
            <a:pPr>
              <a:spcAft>
                <a:spcPts val="800"/>
              </a:spcAft>
              <a:defRPr sz="1800">
                <a:latin typeface="Arial"/>
              </a:defRPr>
            </a:pPr>
            <a:r>
              <a:t>```</a:t>
            </a:r>
          </a:p>
          <a:p>
            <a:pPr>
              <a:spcAft>
                <a:spcPts val="800"/>
              </a:spcAft>
              <a:defRPr sz="1800">
                <a:latin typeface="Arial"/>
              </a:defRPr>
            </a:pPr>
            <a:r>
              <a:t>Бұл мысалда біз арифметикалық прогрессияның алғашқы 5 мүшесін массивте сақтап, оларды экранға шығарамыз. Бағдарламалау арқылы тізбектермен жұмыс істеу мүмкіндігін көрсетеміз.</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массивтерді жаратылыстану ғылымдарымен байланыстыра отырып қарастыру информатиканың практикалық қолданысын арттырады. Сандар тізбегін массив түрінде ұсыну есептеулерді автоматтандыруға және тиімді алгоритмдер құруға мүмкіндік береді. Бұл білім жаратылыстану ғылымдарындағы есептерді шешуде және модельдеуде пайдалы болады.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Алгебра, 9 сынып, Ә.Е.Әбілқасымова, Т.П.Кучер, З.Ә.Жұмағұлова, Алматы "Мектеп" 2019 жыл</a:t>
            </a:r>
          </a:p>
          <a:p>
            <a:pPr lvl="1">
              <a:spcAft>
                <a:spcPts val="800"/>
              </a:spcAft>
              <a:defRPr sz="1600">
                <a:latin typeface="Arial"/>
              </a:defRPr>
            </a:pPr>
            <a:r>
              <a:t>2. Информатика, 9 сынып, Б.Қ.Сағымбаева, Н.Е.Ермеков, Алматы "Арман-ПВ" 2019 жыл</a:t>
            </a:r>
          </a:p>
          <a:p>
            <a:pPr>
              <a:spcAft>
                <a:spcPts val="800"/>
              </a:spcAft>
              <a:defRPr sz="1800">
                <a:latin typeface="Arial"/>
              </a:defRPr>
            </a:pPr>
            <a:r>
              <a:t>Ескерту: okulyk.kz сайтындағы ресми оқулықтарға сүйеніп жасалды.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