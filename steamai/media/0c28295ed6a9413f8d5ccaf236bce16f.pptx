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"One-dimensional array, Algebra, Grade 9, number sequences"</a:t>
            </a:r>
          </a:p>
        </p:txBody>
      </p:sp>
      <p:sp>
        <p:nvSpPr>
          <p:cNvPr id="3" name="Subtitle 2"/>
          <p:cNvSpPr>
            <a:spLocks noGrp="1"/>
          </p:cNvSpPr>
          <p:nvPr>
            <p:ph type="subTitle" idx="1"/>
          </p:nvPr>
        </p:nvSpPr>
        <p:spPr/>
        <p:txBody>
          <a:bodyPr/>
          <a:lstStyle/>
          <a:p>
            <a:r>
              <a:t>Automatically generated presentation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**Тақырып: Сан тізбектері және бірөлшемді массивтер: Алгебра мен Информатиканың байланысы**</a:t>
            </a:r>
          </a:p>
          <a:p>
            <a:pPr>
              <a:spcAft>
                <a:spcPts val="800"/>
              </a:spcAft>
              <a:defRPr sz="1800">
                <a:latin typeface="Arial"/>
              </a:defRPr>
            </a:pPr>
            <a:r>
              <a:t>Бұл презентацияда біз математиканың, атап айтқанда алгебраның негізгі ұғымдарының бірі – сан тізбектерінің информатикадағы бірөлшемді массивтермен қалай тығыз байланысты екенін қарастырамыз. Біз бұл екі пәннің арасындағы өзара байланысты түсінудің компьютерлік бағдарламалауда және мәліметтерді өңдеуде қаншалықты маңызды екенін көрсетеміз. Бұл білім 9-сынып оқушыларына пәнаралық байланыстарды тереңірек түсінуге және теориялық білімді практикалық қолдануға көмектеседі.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Алгебра – Сан тізбектері**</a:t>
            </a:r>
          </a:p>
          <a:p>
            <a:pPr>
              <a:spcAft>
                <a:spcPts val="800"/>
              </a:spcAft>
              <a:defRPr sz="1800">
                <a:latin typeface="Arial"/>
              </a:defRPr>
            </a:pPr>
            <a:r>
              <a:t>Алгебрада сан тізбегі дегеніміз – белгілі бір ереже бойынша орналасқан сандардың реттелген тізімі. Тізбектің әрбір мүшесінің өз нөмірі болады. Мысалы, арифметикалық прогрессия – әрбір келесі мүшесі алдыңғы мүшеге тұрақты санды (айырманы) қосу арқылы алынатын тізбек. Геометриялық прогрессия – әрбір келесі мүшесі алдыңғы мүшені тұрақты санға (еселікке) көбейту арқылы алынатын тізбек. Сан тізбегінің жалпы мүшесінің формуласы оның кез келген мүшесін нөмірі бойынша табуға мүмкіндік береді. Мысалы, арифметикалық прогрессия үшін $a_n = a_1 + (n-1)d$ формуласы қолданылады.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Информатика – Бірөлшемді массивтер**</a:t>
            </a:r>
          </a:p>
          <a:p>
            <a:pPr>
              <a:spcAft>
                <a:spcPts val="800"/>
              </a:spcAft>
              <a:defRPr sz="1800">
                <a:latin typeface="Arial"/>
              </a:defRPr>
            </a:pPr>
            <a:r>
              <a:t>Информатикада бірөлшемді массив (немесе вектор) – бұл бір типтегі деректер элементтерінің реттелген жиынтығын сақтауға арналған деректер құрылымы. Массивтің әрбір элементі өзінің индексі (нөмірі) арқылы қолжетімді болады. Индекстер әдетте 0-ден немесе 1-ден басталады. Массивтер деректерді ыңғайлы және тиімді түрде сақтауға, оларға қол жеткізуге және өңдеуге мүмкіндік береді. Мысалы, бір массивте оқушылардың бағаларын, температура көрсеткіштерін немесе сандар тізбегін сақтауға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**Байланыс: Сан тізбектері мен Бірөлшемді массивтер**</a:t>
            </a:r>
          </a:p>
          <a:p>
            <a:pPr>
              <a:spcAft>
                <a:spcPts val="800"/>
              </a:spcAft>
              <a:defRPr sz="1800">
                <a:latin typeface="Arial"/>
              </a:defRPr>
            </a:pPr>
            <a:r>
              <a:t>Сан тізбектері мен бірөлшемді массивтер арасындағы байланыс өте қарапайым әрі маңызды. Сан тізбегінің әрбір мүшесін бірөлшемді массивтің жеке элементі ретінде сақтауға болады. Мысалы, егер бізде арифметикалық прогрессия болса, оның бірінші мүшесі массивтің бірінші элементінде, екінші мүшесі екінші элементінде және т.б. сақталады. Бұл массивтерді пайдалана отырып, бағдарламалауда сан тізбектерін оңай құруға, олардың мүшелерін өзгертуге, қосуға немесе тізбектің қасиеттерін зерттеуге мүмкіндік береді. Массивтер тізбектерді алгоритмдік өңдеу үшін тиімді құрал болып табылады.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 массивте сақтау**</a:t>
            </a:r>
          </a:p>
          <a:p>
            <a:pPr>
              <a:spcAft>
                <a:spcPts val="800"/>
              </a:spcAft>
              <a:defRPr sz="1800">
                <a:latin typeface="Arial"/>
              </a:defRPr>
            </a:pPr>
            <a:r>
              <a:t>Арифметикалық прогрессияның алғашқы бес мүшесін қарастырайық: 2, 4, 6, 8, 10. Мұнда $a_1 = 2$ және $d = 2$. Бұл тізбекті бірөлшемді массивте келесідей сақтауға болады:</a:t>
            </a:r>
          </a:p>
          <a:p>
            <a:pPr>
              <a:spcAft>
                <a:spcPts val="800"/>
              </a:spcAft>
              <a:defRPr sz="1800">
                <a:latin typeface="Arial"/>
              </a:defRPr>
            </a:pPr>
            <a:r>
              <a:t>`A = [2, 4, 6, 8, 10]`</a:t>
            </a:r>
          </a:p>
          <a:p>
            <a:pPr>
              <a:spcAft>
                <a:spcPts val="800"/>
              </a:spcAft>
              <a:defRPr sz="1800">
                <a:latin typeface="Arial"/>
              </a:defRPr>
            </a:pPr>
            <a:r>
              <a:t>Егер массив индекстері 0-ден басталса:</a:t>
            </a:r>
          </a:p>
          <a:p>
            <a:pPr>
              <a:spcAft>
                <a:spcPts val="800"/>
              </a:spcAft>
              <a:defRPr sz="1800">
                <a:latin typeface="Arial"/>
              </a:defRPr>
            </a:pPr>
            <a:r>
              <a:t>*   `A[0]` = 2 (тізбектің бірінші мүшесі)</a:t>
            </a:r>
          </a:p>
          <a:p>
            <a:pPr>
              <a:spcAft>
                <a:spcPts val="800"/>
              </a:spcAft>
              <a:defRPr sz="1800">
                <a:latin typeface="Arial"/>
              </a:defRPr>
            </a:pPr>
            <a:r>
              <a:t>*   `A[1]` = 4 (тізбектің екінші мүшесі)</a:t>
            </a:r>
          </a:p>
          <a:p>
            <a:pPr>
              <a:spcAft>
                <a:spcPts val="800"/>
              </a:spcAft>
              <a:defRPr sz="1800">
                <a:latin typeface="Arial"/>
              </a:defRPr>
            </a:pPr>
            <a:r>
              <a:t>*   `A[2]` = 6 (тізбектің үшінші мүшесі)</a:t>
            </a:r>
          </a:p>
          <a:p>
            <a:pPr>
              <a:spcAft>
                <a:spcPts val="800"/>
              </a:spcAft>
              <a:defRPr sz="1800">
                <a:latin typeface="Arial"/>
              </a:defRPr>
            </a:pPr>
            <a:r>
              <a:t>*   `A[3]` = 8 (тізбектің төртінші мүшесі)</a:t>
            </a:r>
          </a:p>
          <a:p>
            <a:pPr>
              <a:spcAft>
                <a:spcPts val="800"/>
              </a:spcAft>
              <a:defRPr sz="1800">
                <a:latin typeface="Arial"/>
              </a:defRPr>
            </a:pPr>
            <a:r>
              <a:t>*   `A[4]` = 10 (тізбектің бесінші мүшесі)</a:t>
            </a:r>
          </a:p>
          <a:p>
            <a:pPr>
              <a:spcAft>
                <a:spcPts val="800"/>
              </a:spcAft>
              <a:defRPr sz="1800">
                <a:latin typeface="Arial"/>
              </a:defRPr>
            </a:pPr>
            <a:r>
              <a:t>Бағдарламалауда циклдерді қолдана отырып, тізбектің мүшелерін автоматты түрде есептеп, массивке енгізуге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**Тәжірибелік маңызы**</a:t>
            </a:r>
          </a:p>
          <a:p>
            <a:pPr>
              <a:spcAft>
                <a:spcPts val="800"/>
              </a:spcAft>
              <a:defRPr sz="1800">
                <a:latin typeface="Arial"/>
              </a:defRPr>
            </a:pPr>
            <a:r>
              <a:t>Бұл байланысты түсінудің тәжірибелік маңызы зор. Компьютерлік бағдарламалауда сан тізбектері мен массивтер көптеген салаларда қолданылады:</a:t>
            </a:r>
          </a:p>
          <a:p>
            <a:pPr>
              <a:spcAft>
                <a:spcPts val="800"/>
              </a:spcAft>
              <a:defRPr sz="1800">
                <a:latin typeface="Arial"/>
              </a:defRPr>
            </a:pPr>
            <a:r>
              <a:t>*   **Деректерді өңдеу:** Уақыт қатарындағы деректерді (мысалы, температура өзгерістері, қор биржасының бағалары) сақтау және талдау.</a:t>
            </a:r>
          </a:p>
          <a:p>
            <a:pPr>
              <a:spcAft>
                <a:spcPts val="800"/>
              </a:spcAft>
              <a:defRPr sz="1800">
                <a:latin typeface="Arial"/>
              </a:defRPr>
            </a:pPr>
            <a:r>
              <a:t>*   **Ғылыми есептеулер:** Физикалық модельдердегі немесе симуляциялардағы мәліметтерді ұйымдастыру.</a:t>
            </a:r>
          </a:p>
          <a:p>
            <a:pPr>
              <a:spcAft>
                <a:spcPts val="800"/>
              </a:spcAft>
              <a:defRPr sz="1800">
                <a:latin typeface="Arial"/>
              </a:defRPr>
            </a:pPr>
            <a:r>
              <a:t>*   **Ойындарды әзірлеу:** Объектілердің қозғалыс траекторияларын немесе анимация кадрларын басқару.</a:t>
            </a:r>
          </a:p>
          <a:p>
            <a:pPr>
              <a:spcAft>
                <a:spcPts val="800"/>
              </a:spcAft>
              <a:defRPr sz="1800">
                <a:latin typeface="Arial"/>
              </a:defRPr>
            </a:pPr>
            <a:r>
              <a:t>*   **Сигналды өңдеу:** Дыбыс немесе кескін деректерін цифрлық түрде ұсыну.</a:t>
            </a:r>
          </a:p>
          <a:p>
            <a:pPr>
              <a:spcAft>
                <a:spcPts val="800"/>
              </a:spcAft>
              <a:defRPr sz="1800">
                <a:latin typeface="Arial"/>
              </a:defRPr>
            </a:pPr>
            <a:r>
              <a:t>Бұл білім бағдарламашыларға математикалық есептерді тиімді шешуге және күрделі алгоритмдерді құруға мүмкіндік береді.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Қорытындылай келе, сан тізбектері – алгебраның іргелі ұғымы, ал бірөлшемді массивтер – информатиканың негізгі деректер құрылымы. Бұл екі ұғымның өзара байланысы математикалық теорияны компьютерлік практикамен біріктіреді. Сан тізбектерін массивтерде ұсыну арқылы біз оларды бағдарламалау тілдерінде тиімді түрде өңдей аламыз. Бұл пәнаралық білім оқушыларға тек екі пәнді жеке-жеке емес, олардың өзара әрекеттесуін тереңірек түсінуге және болашақта күрделі есептерді шешуге қажетті дағдыларды дамытуға көмектеседі.</a:t>
            </a:r>
          </a:p>
          <a:p>
            <a:pPr lvl="1">
              <a:spcAft>
                <a:spcPts val="800"/>
              </a:spcAft>
              <a:defRPr sz="1600">
                <a:latin typeface="Arial"/>
              </a:defRPr>
            </a:pPr>
            <a:r>
              <a:t>---</a:t>
            </a:r>
          </a:p>
          <a:p>
            <a:pPr>
              <a:spcAft>
                <a:spcPts val="800"/>
              </a:spcAft>
              <a:defRPr sz="1800">
                <a:latin typeface="Arial"/>
              </a:defRPr>
            </a:pPr>
            <a:r>
              <a:t>**Пайдаланылған әдебиеттер тізімі:**</a:t>
            </a:r>
          </a:p>
          <a:p>
            <a:pPr lvl="1">
              <a:spcAft>
                <a:spcPts val="800"/>
              </a:spcAft>
              <a:defRPr sz="1600">
                <a:latin typeface="Arial"/>
              </a:defRPr>
            </a:pPr>
            <a:r>
              <a:t>1.  Әбілқасымова А.Е., Бекбоев И.Б., Абдиев А.А., Жұмағұлова З.Ә. **Алгебра**. Жалпы білім беретін мектептің 9-сыныбына арналған оқулық. – Алматы: "Мектеп" баспасы, [Жыл].</a:t>
            </a:r>
          </a:p>
          <a:p>
            <a:pPr lvl="1">
              <a:spcAft>
                <a:spcPts val="800"/>
              </a:spcAft>
              <a:defRPr sz="1600">
                <a:latin typeface="Arial"/>
              </a:defRPr>
            </a:pPr>
            <a:r>
              <a:t>2.  Ермеков Н.Е., Криворучко В.А., Сапарғалиева Н.К. **Информатика**. Жалпы білім беретін мектептің 9-сыныбына арналған оқулық. – Алматы: "Арман-ПВ" баспасы, [Жыл].</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7-slide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