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алгебралық сандар тізбектері: Информатика мен жаратылыстану пәндерінің байланысы</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мен жаратылыстану пәндерінің, нақтырақ айтқанда, бір өлшемді массивтер және алгебралық сандар тізбектері арасындағы тығыз байланысты қарастырамыз. Бұл байланыс оқушылардың логикалық ойлау қабілетін дамытуға, проблемаларды шешу дағдыларын жетілдіруге және пәнаралық білімдерін кеңейтуге мүмкіндік береді. Біздің мақсатымыз – осы байланыстың маңыздылығын көрсету және оны оқу процесінде қалай тиімді пайдалануға болатынын түсіндіру.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(массив): Бір типтегі элементтердің реттелген тізбегі. Әрбір элементтің өз индексі болады, ол арқылы элементке қол жеткізуге болады. Мысалы, бүтін сандардан тұратын массив: [1, 2, 3, 4, 5].</a:t>
            </a:r>
          </a:p>
          <a:p>
            <a:pPr>
              <a:spcAft>
                <a:spcPts val="800"/>
              </a:spcAft>
              <a:defRPr sz="1800">
                <a:latin typeface="Arial"/>
              </a:defRPr>
            </a:pPr>
            <a:r>
              <a:t>*   Сандар тізбегі: Белгілі бір заңдылықпен реттелген сандардың жиынтығы. Мысалы, арифметикалық прогрессия (әрбір келесі мүше алдыңғысынан тұрақты санға артық болады) және геометриялық прогрессия (әрбір келесі мүше алдыңғысын тұрақты санға көбейту арқылы алынады).</a:t>
            </a:r>
          </a:p>
          <a:p>
            <a:pPr>
              <a:spcAft>
                <a:spcPts val="800"/>
              </a:spcAft>
              <a:defRPr sz="1800">
                <a:latin typeface="Arial"/>
              </a:defRPr>
            </a:pPr>
            <a:r>
              <a:t>*   Алгебралық өрнек: Сандарды, айнымалыларды және арифметикалық амалдарды (қосу, азайту, көбейту, бөлу) қамтитын математикалық өрнек.</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Информатикада бір өлшемді массивтерді сандар тізбектерін сақтау және өңдеу үшін қолдануға болады. Мысалы, арифметикалық немесе геометриялық прогрессияның мүшелерін массивте сақтап, олармен әртүрлі амалдар орындауға болады (қосындысын табу, орташа мәнін есептеу, т.б.). Алгебралық өрнектерді есептеу алгоритмдерін құру кезінде де массивтерді пайдалану тиімді.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прогрессияның алғашқы n мүшесінің қосындысын есептеу алгоритмін құру.</a:t>
            </a:r>
          </a:p>
          <a:p>
            <a:pPr lvl="1">
              <a:spcAft>
                <a:spcPts val="800"/>
              </a:spcAft>
              <a:defRPr sz="1600">
                <a:latin typeface="Arial"/>
              </a:defRPr>
            </a:pPr>
            <a:r>
              <a:t>1.  Арифметикалық прогрессияның бірінші мүшесін (a1) және айырмасын (d) енгіземіз.</a:t>
            </a:r>
          </a:p>
          <a:p>
            <a:pPr lvl="1">
              <a:spcAft>
                <a:spcPts val="800"/>
              </a:spcAft>
              <a:defRPr sz="1600">
                <a:latin typeface="Arial"/>
              </a:defRPr>
            </a:pPr>
            <a:r>
              <a:t>2.  Массив құрамыз (мысалы, arr), оған алғашқы n мүшені сақтаймыз: arr[i] = a1 + (i-1) * d, мұндағы i – мүшенің индексі (1-ден n-ге дейін).</a:t>
            </a:r>
          </a:p>
          <a:p>
            <a:pPr lvl="1">
              <a:spcAft>
                <a:spcPts val="800"/>
              </a:spcAft>
              <a:defRPr sz="1600">
                <a:latin typeface="Arial"/>
              </a:defRPr>
            </a:pPr>
            <a:r>
              <a:t>3.  Массив элементтерінің қосындысын есептейміз: sum = arr[1] + arr[2] + ... + arr[n].</a:t>
            </a:r>
          </a:p>
          <a:p>
            <a:pPr>
              <a:spcAft>
                <a:spcPts val="800"/>
              </a:spcAft>
              <a:defRPr sz="1800">
                <a:latin typeface="Arial"/>
              </a:defRPr>
            </a:pPr>
            <a:r>
              <a:t>4.  Нәтижені шығарамыз (sum).</a:t>
            </a:r>
          </a:p>
          <a:p>
            <a:pPr>
              <a:spcAft>
                <a:spcPts val="800"/>
              </a:spcAft>
              <a:defRPr sz="1800">
                <a:latin typeface="Arial"/>
              </a:defRPr>
            </a:pPr>
            <a:r>
              <a:t>Бұл мысалда массив арифметикалық прогрессияның мүшелерін сақтау үшін қолданылады, ал алгоритм алгебралық есептеулерді жүзеге асырады.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және алгебралық сандар тізбектері – информатика мен жаратылыстану пәндерінің өзара байланысын көрсететін маңызды ұғымдар. Бұл байланыс оқушылардың логикалық ойлауын, алгоритмдік дағдыларын және проблемаларды шешу қабілеттерін дамытуға көмектеседі. Осы байланысты оқу процесінде тиімді пайдалану арқылы оқушылардың пәнаралық білімдерін кеңейтуге және олардың болашақ мамандықтарына дайындығын арттыруға болады.</a:t>
            </a:r>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9-сынып оқулығы. Авторы: Б.Бурибаев, Н.Кольева, Ж.Мухаметжанова. "Атамұра" баспасы, 2019 жыл.</a:t>
            </a:r>
          </a:p>
          <a:p>
            <a:pPr lvl="1">
              <a:spcAft>
                <a:spcPts val="800"/>
              </a:spcAft>
              <a:defRPr sz="1600">
                <a:latin typeface="Arial"/>
              </a:defRPr>
            </a:pPr>
            <a:r>
              <a:t>2.  Алгебра: 9-сынып оқулығы. Авторы: А.Е. Әбілқасымова, И. Бекбоев, А. Абдиев, З. Жұмағұлова. "Мектеп" баспасы, 2019 жыл. (okulyk.kz сайтынан алынған)</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