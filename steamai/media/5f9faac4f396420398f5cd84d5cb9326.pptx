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Бір өлшемді массив, Алгебра, 9 сынып, сандар тізбегі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Автоматты түрде жасалған презентация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**Информатика мен жаратылыстану пәндерінің байланысы**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Информатика мен жаратылыстану пәндері (физика, химия, биология) бір-бірімен тығыз байланысты. Мысалы: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Сандық деректерді талдау үшін информатикалық әдістер қолданылады.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Алгебралық формулалар табиғат құбылыстарын модельдеуге көмектеседі.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Бір өлшемді массивтер тәжірибе нәтижелерін сақтау үшін пайдалы.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---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1-слайд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**Бір өлшемді массивтер: анықтама және қолданылуы**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**Массив** – бір типтегі деректердің реттелген жиыны.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**Қолданылуы**: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Физикада: эксперимент нәтижелерін сақтау (мысалы, уақыт бойынша жылдамдық өзгеруі).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Биологияда: гендік ақпаратты кодтау.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Химияда: элементтердің периодтық кестесін модельдеу.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---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2-слайд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**Алгебраның жаратылыстану пәндеріндегі рөлі**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Алгебра табиғи процестерді теңдеулер арқылы сипаттауға мүмкіндік береді: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Физика: \( F = ma \) (Ньютон заңы).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Химия: химиялық реакция теңдеулері.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Биология: популяция өсу моделдері (мысалы, экспоненциалды өсу).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---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3-слайд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**Сандар тізбегі және табиғаттағы мысалдар**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**Арифметикалық тізбек**: біркелкі өзгеру (мысалы, температураның тәуліктік өзгеруі).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**Геометриялық тізбек**: еселеп өсу (бактериялардың көбеюі).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**Фибоначчи тізбегі**: өсімдіктердегі жапырақтардың орналасуы.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---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4-слайд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**Практикалық мысал: массив пен тізбекті біріктіру**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**Есеп**: Тәжірибе нәтижелерін (температура өзгеруін) массивке сақтау және алгебралық әдістермен талдау.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1. Деректерді массивке енгізу.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2. Орташа мәнді есептеу.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3. Уақыт бойынша өзгеру графигін салу.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---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5-слайд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**Қорытынды**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Информатика мен жаратылыстану пәндерінің интеграциясы ғылыми зерттеулерді жеңілдетеді.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 Алгебра, массивтер және тізбектер табиғатты түсінудің негізгі құралдары болып табылады.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---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6-слайд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**Пайдаланылған әдебиеттер**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1. Информатика: 9-сынып оқулығы.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2. Алгебра: 9-сынып оқулығы.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3. "Табиғаттағы математика" (Ғылыми-танымдық басылым).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4. Khan Academy онлайн ресурстары.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7-слайд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