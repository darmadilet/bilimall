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алгебра пәндерінің байланысы: Бір өлшемді массивтерді сандар тізбегін өңдеуде қолдану</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мен алгебра пәндерінің тығыз байланысын, атап айтқанда, бір өлшемді массивтердің сандар тізбегін өңдеудегі рөлін қарастырамыз. Қазіргі заманда ақпараттық технологиялардың қарқынды дамуы жаратылыстану және математикалық пәндермен интеграцияны талап етеді. Бұл интеграция оқушылардың логикалық ойлау қабілетін дамытып, практикалық дағдыларын қалыптастыруға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**Массив:** Бір типті мәліметтердің реттелген жиынтығы. Әрбір элементтің өз индексі болады.</a:t>
            </a:r>
          </a:p>
          <a:p>
            <a:pPr>
              <a:spcAft>
                <a:spcPts val="800"/>
              </a:spcAft>
              <a:defRPr sz="1800">
                <a:latin typeface="Arial"/>
              </a:defRPr>
            </a:pPr>
            <a:r>
              <a:t>*   **Бір өлшемді массив:** Элементтері бір қатарда орналасқан массив. Мысалы, сандар тізбегі.</a:t>
            </a:r>
          </a:p>
          <a:p>
            <a:pPr>
              <a:spcAft>
                <a:spcPts val="800"/>
              </a:spcAft>
              <a:defRPr sz="1800">
                <a:latin typeface="Arial"/>
              </a:defRPr>
            </a:pPr>
            <a:r>
              <a:t>*   **Сандар тізбегі:** Белгілі бір заңдылықпен орналасқан сандардың тізбегі. Мысалы, арифметикалық прогрессия, геометриялық прогрессия.</a:t>
            </a:r>
          </a:p>
          <a:p>
            <a:pPr>
              <a:spcAft>
                <a:spcPts val="800"/>
              </a:spcAft>
              <a:defRPr sz="1800">
                <a:latin typeface="Arial"/>
              </a:defRPr>
            </a:pPr>
            <a:r>
              <a:t>*   **Алгебра:** Математиканың сандар мен олардың арасындағы амалдарды зерттейтін бөлімі.</a:t>
            </a:r>
          </a:p>
          <a:p>
            <a:pPr>
              <a:spcAft>
                <a:spcPts val="800"/>
              </a:spcAft>
              <a:defRPr sz="1800">
                <a:latin typeface="Arial"/>
              </a:defRPr>
            </a:pPr>
            <a:r>
              <a:t>*   **Информатика:** Ақпараттық процестерді, оларды өңдеу әдістерін және ақпараттық жүйелерді зерттейтін ғылым.</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Алгебрада сандар тізбегін зерттеу кезінде әртүрлі есептерді шешу қажет болады. Бұл есептерді тиімді шешу үшін информатиканың құралдарын, әсіресе, бір өлшемді массивтерді қолдануға болады. Мысалы, сандар тізбегінің элементтерін массивке сақтап, олармен әртүрлі амалдар орындауға болады:</a:t>
            </a:r>
          </a:p>
          <a:p>
            <a:pPr>
              <a:spcAft>
                <a:spcPts val="800"/>
              </a:spcAft>
              <a:defRPr sz="1800">
                <a:latin typeface="Arial"/>
              </a:defRPr>
            </a:pPr>
            <a:r>
              <a:t>*   Элементтерді қосу, азайту, көбейту, бөлу.</a:t>
            </a:r>
          </a:p>
          <a:p>
            <a:pPr>
              <a:spcAft>
                <a:spcPts val="800"/>
              </a:spcAft>
              <a:defRPr sz="1800">
                <a:latin typeface="Arial"/>
              </a:defRPr>
            </a:pPr>
            <a:r>
              <a:t>*   Ең үлкен немесе ең кіші элементті табу.</a:t>
            </a:r>
          </a:p>
          <a:p>
            <a:pPr>
              <a:spcAft>
                <a:spcPts val="800"/>
              </a:spcAft>
              <a:defRPr sz="1800">
                <a:latin typeface="Arial"/>
              </a:defRPr>
            </a:pPr>
            <a:r>
              <a:t>*   Белгілі бір шартқа сәйкес келетін элементтерді іздеу.</a:t>
            </a:r>
          </a:p>
          <a:p>
            <a:pPr>
              <a:spcAft>
                <a:spcPts val="800"/>
              </a:spcAft>
              <a:defRPr sz="1800">
                <a:latin typeface="Arial"/>
              </a:defRPr>
            </a:pPr>
            <a:r>
              <a:t>*   Элементтерді сұрыптау.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алғашқы n мүшесінің қосындысын табу керек.</a:t>
            </a:r>
          </a:p>
          <a:p>
            <a:pPr>
              <a:spcAft>
                <a:spcPts val="800"/>
              </a:spcAft>
              <a:defRPr sz="1800">
                <a:latin typeface="Arial"/>
              </a:defRPr>
            </a:pPr>
            <a:r>
              <a:t>*   **Алгебралық шешім:** S = (a1 + an) * n / 2</a:t>
            </a:r>
          </a:p>
          <a:p>
            <a:pPr>
              <a:spcAft>
                <a:spcPts val="800"/>
              </a:spcAft>
              <a:defRPr sz="1800">
                <a:latin typeface="Arial"/>
              </a:defRPr>
            </a:pPr>
            <a:r>
              <a:t>*   **Информатикалық шешім:**</a:t>
            </a:r>
          </a:p>
          <a:p>
            <a:pPr lvl="1">
              <a:spcAft>
                <a:spcPts val="800"/>
              </a:spcAft>
              <a:defRPr sz="1600">
                <a:latin typeface="Arial"/>
              </a:defRPr>
            </a:pPr>
            <a:r>
              <a:t>1.  Арифметикалық прогрессияның элементтерін массивке сақтау.</a:t>
            </a:r>
          </a:p>
          <a:p>
            <a:pPr lvl="1">
              <a:spcAft>
                <a:spcPts val="800"/>
              </a:spcAft>
              <a:defRPr sz="1600">
                <a:latin typeface="Arial"/>
              </a:defRPr>
            </a:pPr>
            <a:r>
              <a:t>2.  Цикл арқылы массивтің барлық элементтерін қосу.</a:t>
            </a:r>
          </a:p>
          <a:p>
            <a:pPr lvl="1">
              <a:spcAft>
                <a:spcPts val="800"/>
              </a:spcAft>
              <a:defRPr sz="1600">
                <a:latin typeface="Arial"/>
              </a:defRPr>
            </a:pPr>
            <a:r>
              <a:t>3.  Нәтижені экранға шығару.</a:t>
            </a:r>
          </a:p>
          <a:p>
            <a:pPr>
              <a:spcAft>
                <a:spcPts val="800"/>
              </a:spcAft>
              <a:defRPr sz="1800">
                <a:latin typeface="Arial"/>
              </a:defRPr>
            </a:pPr>
            <a:r>
              <a:t>**Python коды:**</a:t>
            </a:r>
          </a:p>
          <a:p>
            <a:pPr>
              <a:spcAft>
                <a:spcPts val="800"/>
              </a:spcAft>
              <a:defRPr sz="1800">
                <a:latin typeface="Arial"/>
              </a:defRPr>
            </a:pPr>
            <a:r>
              <a:t>```python</a:t>
            </a:r>
          </a:p>
          <a:p>
            <a:pPr>
              <a:spcAft>
                <a:spcPts val="800"/>
              </a:spcAft>
              <a:defRPr sz="1800">
                <a:latin typeface="Arial"/>
              </a:defRPr>
            </a:pPr>
            <a:r>
              <a:t>n = int(input("Элементтер санын енгізіңіз: "))</a:t>
            </a:r>
          </a:p>
          <a:p>
            <a:pPr>
              <a:spcAft>
                <a:spcPts val="800"/>
              </a:spcAft>
              <a:defRPr sz="1800">
                <a:latin typeface="Arial"/>
              </a:defRPr>
            </a:pPr>
            <a:r>
              <a:t>a1 = int(input("Бірінші элементті енгізіңіз: "))</a:t>
            </a:r>
          </a:p>
          <a:p>
            <a:pPr>
              <a:spcAft>
                <a:spcPts val="800"/>
              </a:spcAft>
              <a:defRPr sz="1800">
                <a:latin typeface="Arial"/>
              </a:defRPr>
            </a:pPr>
            <a:r>
              <a:t>d = int(input("Айырманы енгізіңіз: "))</a:t>
            </a:r>
          </a:p>
          <a:p>
            <a:pPr>
              <a:spcAft>
                <a:spcPts val="800"/>
              </a:spcAft>
              <a:defRPr sz="1800">
                <a:latin typeface="Arial"/>
              </a:defRPr>
            </a:pPr>
            <a:r>
              <a:t>arr = []</a:t>
            </a:r>
          </a:p>
          <a:p>
            <a:pPr>
              <a:spcAft>
                <a:spcPts val="800"/>
              </a:spcAft>
              <a:defRPr sz="1800">
                <a:latin typeface="Arial"/>
              </a:defRPr>
            </a:pPr>
            <a:r>
              <a:t>for i in range(n):</a:t>
            </a:r>
          </a:p>
          <a:p>
            <a:pPr>
              <a:spcAft>
                <a:spcPts val="800"/>
              </a:spcAft>
              <a:defRPr sz="1800">
                <a:latin typeface="Arial"/>
              </a:defRPr>
            </a:pPr>
            <a:r>
              <a:t>arr.append(a1 + i * d)</a:t>
            </a:r>
          </a:p>
          <a:p>
            <a:pPr>
              <a:spcAft>
                <a:spcPts val="800"/>
              </a:spcAft>
              <a:defRPr sz="1800">
                <a:latin typeface="Arial"/>
              </a:defRPr>
            </a:pPr>
            <a:r>
              <a:t>sum_arr = sum(arr)</a:t>
            </a:r>
          </a:p>
          <a:p>
            <a:pPr>
              <a:spcAft>
                <a:spcPts val="800"/>
              </a:spcAft>
              <a:defRPr sz="1800">
                <a:latin typeface="Arial"/>
              </a:defRPr>
            </a:pPr>
            <a:r>
              <a:t>print("Қосынды:", sum_arr)</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маңызы:**</a:t>
            </a:r>
          </a:p>
          <a:p>
            <a:pPr>
              <a:spcAft>
                <a:spcPts val="800"/>
              </a:spcAft>
              <a:defRPr sz="1800">
                <a:latin typeface="Arial"/>
              </a:defRPr>
            </a:pPr>
            <a:r>
              <a:t>Информатика мен алгебраның байланысы практикалық есептерді шешуде өте маңызды. Мысалы:</a:t>
            </a:r>
          </a:p>
          <a:p>
            <a:pPr>
              <a:spcAft>
                <a:spcPts val="800"/>
              </a:spcAft>
              <a:defRPr sz="1800">
                <a:latin typeface="Arial"/>
              </a:defRPr>
            </a:pPr>
            <a:r>
              <a:t>*   Экономикалық есептерді шешу (акция бағасының өзгеруін талдау).</a:t>
            </a:r>
          </a:p>
          <a:p>
            <a:pPr>
              <a:spcAft>
                <a:spcPts val="800"/>
              </a:spcAft>
              <a:defRPr sz="1800">
                <a:latin typeface="Arial"/>
              </a:defRPr>
            </a:pPr>
            <a:r>
              <a:t>*   Физикалық есептерді шешу (дененің қозғалысын модельдеу).</a:t>
            </a:r>
          </a:p>
          <a:p>
            <a:pPr>
              <a:spcAft>
                <a:spcPts val="800"/>
              </a:spcAft>
              <a:defRPr sz="1800">
                <a:latin typeface="Arial"/>
              </a:defRPr>
            </a:pPr>
            <a:r>
              <a:t>*   Статистикалық мәліметтерді өңдеу.</a:t>
            </a:r>
          </a:p>
          <a:p>
            <a:pPr>
              <a:spcAft>
                <a:spcPts val="800"/>
              </a:spcAft>
              <a:defRPr sz="1800">
                <a:latin typeface="Arial"/>
              </a:defRPr>
            </a:pPr>
            <a:r>
              <a:t>*   Компьютерлік ойындарды жасау.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және алгебра пәндерінің байланысы оқушылардың білім деңгейін арттырып, логикалық ойлау қабілетін дамытады. Бір өлшемді массивтерді қолдану арқылы сандар тізбегіне қатысты есептерді тиімді шешуге болады. Бұл білім болашақта әртүрлі практикалық есептерді шешуге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Авторы: Бельгибаев Ө.А. және т.б. "Алматыкітап баспасы" ЖШС, 2019 ж. (okulyk.kz)</a:t>
            </a:r>
          </a:p>
          <a:p>
            <a:pPr lvl="1">
              <a:spcAft>
                <a:spcPts val="800"/>
              </a:spcAft>
              <a:defRPr sz="1600">
                <a:latin typeface="Arial"/>
              </a:defRPr>
            </a:pPr>
            <a:r>
              <a:t>2.  Алгебра. 9 сынып. Авторы: Ә.Е.Әбілқасымова, И.Бекбоев, А.Абдиев, З.Жұмағұлова. "Мектеп" баспасы, 2019 ж. (okulyk.kz)</a:t>
            </a:r>
          </a:p>
          <a:p>
            <a:pPr>
              <a:spcAft>
                <a:spcPts val="800"/>
              </a:spcAft>
              <a:defRPr sz="1800">
                <a:latin typeface="Arial"/>
              </a:defRPr>
            </a:pPr>
            <a:r>
              <a:t>Осы презентация сізге көмектеседі деп ойлаймын!</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