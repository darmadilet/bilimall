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массивтерді алгебралық есептерді шешуде қолдану"</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және алгебра пәндерінің тығыз байланысын қарастырамыз. Атап айтқанда, бір өлшемді массивтердің алгебралық есептерді шешудегі рөлін талқылаймыз. Бұл білім сіздерге есептеу техникасының мүмкіндіктерін тереңірек түсінуге және пәнаралық байланысты көруге көмектеседі.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Бір типті мәліметтердің тізбектелген жиынтығы. Әрбір элементтің өз индексі болады. Мысалы, [1, 2, 3, 4, 5] - бүтін сандардан тұратын бір өлшемді массив.</a:t>
            </a:r>
          </a:p>
          <a:p>
            <a:pPr>
              <a:spcAft>
                <a:spcPts val="800"/>
              </a:spcAft>
              <a:defRPr sz="1800">
                <a:latin typeface="Arial"/>
              </a:defRPr>
            </a:pPr>
            <a:r>
              <a:t>*   Алгебра: Математиканың сандар, теңдеулер және функциялар туралы бөлімі. Алгебралық есептерді шешу үшін әртүрлі амалдар қолданылады.</a:t>
            </a:r>
          </a:p>
          <a:p>
            <a:pPr>
              <a:spcAft>
                <a:spcPts val="800"/>
              </a:spcAft>
              <a:defRPr sz="1800">
                <a:latin typeface="Arial"/>
              </a:defRPr>
            </a:pPr>
            <a:r>
              <a:t>*   Сандар тізбегі: Белгілі бір заңдылықпен орналасқан сандардың реті. Мысалы, арифметикалық прогрессия, геометриялық прогрессия.</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 алгебралық есептерді автоматтандыруға мүмкіндік береді. Бір өлшемді массивтерді қолдану арқылы сандар тізбектерін сақтауға, өңдеуге және әртүрлі есептеулер жүргізуге болады. Мысалы, арифметикалық прогрессияның n-ші мүшесін табу, сандардың қосындысын есептеу және т.б.</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a:t>
            </a:r>
          </a:p>
          <a:p>
            <a:pPr>
              <a:spcAft>
                <a:spcPts val="800"/>
              </a:spcAft>
              <a:defRPr sz="1800">
                <a:latin typeface="Arial"/>
              </a:defRPr>
            </a:pPr>
            <a:r>
              <a:t>Арифметикалық прогрессияның алғашқы мүшесі a1 = 2, айырмасы d = 3 болсын. Алғашқы 10 мүшесін массивке сақтап, қосындысын есептеу керек.</a:t>
            </a:r>
          </a:p>
          <a:p>
            <a:pPr>
              <a:spcAft>
                <a:spcPts val="800"/>
              </a:spcAft>
              <a:defRPr sz="1800">
                <a:latin typeface="Arial"/>
              </a:defRPr>
            </a:pPr>
            <a:r>
              <a:t>program Arifmetika;</a:t>
            </a:r>
          </a:p>
          <a:p>
            <a:pPr>
              <a:spcAft>
                <a:spcPts val="800"/>
              </a:spcAft>
              <a:defRPr sz="1800">
                <a:latin typeface="Arial"/>
              </a:defRPr>
            </a:pPr>
            <a:r>
              <a:t>var</a:t>
            </a:r>
          </a:p>
          <a:p>
            <a:pPr>
              <a:spcAft>
                <a:spcPts val="800"/>
              </a:spcAft>
              <a:defRPr sz="1800">
                <a:latin typeface="Arial"/>
              </a:defRPr>
            </a:pPr>
            <a:r>
              <a:t>a: array[1..10] of integer;</a:t>
            </a:r>
          </a:p>
          <a:p>
            <a:pPr>
              <a:spcAft>
                <a:spcPts val="800"/>
              </a:spcAft>
              <a:defRPr sz="1800">
                <a:latin typeface="Arial"/>
              </a:defRPr>
            </a:pPr>
            <a:r>
              <a:t>i, sum: integer;</a:t>
            </a:r>
          </a:p>
          <a:p>
            <a:pPr>
              <a:spcAft>
                <a:spcPts val="800"/>
              </a:spcAft>
              <a:defRPr sz="1800">
                <a:latin typeface="Arial"/>
              </a:defRPr>
            </a:pPr>
            <a:r>
              <a:t>begin</a:t>
            </a:r>
          </a:p>
          <a:p>
            <a:pPr>
              <a:spcAft>
                <a:spcPts val="800"/>
              </a:spcAft>
              <a:defRPr sz="1800">
                <a:latin typeface="Arial"/>
              </a:defRPr>
            </a:pPr>
            <a:r>
              <a:t>a[1] := 2;</a:t>
            </a:r>
          </a:p>
          <a:p>
            <a:pPr>
              <a:spcAft>
                <a:spcPts val="800"/>
              </a:spcAft>
              <a:defRPr sz="1800">
                <a:latin typeface="Arial"/>
              </a:defRPr>
            </a:pPr>
            <a:r>
              <a:t>sum := a[1];</a:t>
            </a:r>
          </a:p>
          <a:p>
            <a:pPr>
              <a:spcAft>
                <a:spcPts val="800"/>
              </a:spcAft>
              <a:defRPr sz="1800">
                <a:latin typeface="Arial"/>
              </a:defRPr>
            </a:pPr>
            <a:r>
              <a:t>for i := 2 to 10 do</a:t>
            </a:r>
          </a:p>
          <a:p>
            <a:pPr>
              <a:spcAft>
                <a:spcPts val="800"/>
              </a:spcAft>
              <a:defRPr sz="1800">
                <a:latin typeface="Arial"/>
              </a:defRPr>
            </a:pPr>
            <a:r>
              <a:t>begin</a:t>
            </a:r>
          </a:p>
          <a:p>
            <a:pPr>
              <a:spcAft>
                <a:spcPts val="800"/>
              </a:spcAft>
              <a:defRPr sz="1800">
                <a:latin typeface="Arial"/>
              </a:defRPr>
            </a:pPr>
            <a:r>
              <a:t>a[i] := a[i-1] + 3;</a:t>
            </a:r>
          </a:p>
          <a:p>
            <a:pPr>
              <a:spcAft>
                <a:spcPts val="800"/>
              </a:spcAft>
              <a:defRPr sz="1800">
                <a:latin typeface="Arial"/>
              </a:defRPr>
            </a:pPr>
            <a:r>
              <a:t>sum := sum + a[i];</a:t>
            </a:r>
          </a:p>
          <a:p>
            <a:pPr>
              <a:spcAft>
                <a:spcPts val="800"/>
              </a:spcAft>
              <a:defRPr sz="1800">
                <a:latin typeface="Arial"/>
              </a:defRPr>
            </a:pPr>
            <a:r>
              <a:t>end;</a:t>
            </a:r>
          </a:p>
          <a:p>
            <a:pPr>
              <a:spcAft>
                <a:spcPts val="800"/>
              </a:spcAft>
              <a:defRPr sz="1800">
                <a:latin typeface="Arial"/>
              </a:defRPr>
            </a:pPr>
            <a:r>
              <a:t>writeln('Прогрессия мүшелері:');</a:t>
            </a:r>
          </a:p>
          <a:p>
            <a:pPr>
              <a:spcAft>
                <a:spcPts val="800"/>
              </a:spcAft>
              <a:defRPr sz="1800">
                <a:latin typeface="Arial"/>
              </a:defRPr>
            </a:pPr>
            <a:r>
              <a:t>for i := 1 to 10 do</a:t>
            </a:r>
          </a:p>
          <a:p>
            <a:pPr>
              <a:spcAft>
                <a:spcPts val="800"/>
              </a:spcAft>
              <a:defRPr sz="1800">
                <a:latin typeface="Arial"/>
              </a:defRPr>
            </a:pPr>
            <a:r>
              <a:t>write(a[i], ' ');</a:t>
            </a:r>
          </a:p>
          <a:p>
            <a:pPr>
              <a:spcAft>
                <a:spcPts val="800"/>
              </a:spcAft>
              <a:defRPr sz="1800">
                <a:latin typeface="Arial"/>
              </a:defRPr>
            </a:pPr>
            <a:r>
              <a:t>writeln;</a:t>
            </a:r>
          </a:p>
          <a:p>
            <a:pPr>
              <a:spcAft>
                <a:spcPts val="800"/>
              </a:spcAft>
              <a:defRPr sz="1800">
                <a:latin typeface="Arial"/>
              </a:defRPr>
            </a:pPr>
            <a:r>
              <a:t>writeln('Қосындысы: ', sum);</a:t>
            </a:r>
          </a:p>
          <a:p>
            <a:pPr>
              <a:spcAft>
                <a:spcPts val="800"/>
              </a:spcAft>
              <a:defRPr sz="1800">
                <a:latin typeface="Arial"/>
              </a:defRPr>
            </a:pPr>
            <a:r>
              <a:t>end.</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 алгебралық есептерді шешуде тиімді құрал болып табылады. Олар сандар тізбектерін сақтауға, өңдеуге және әртүрлі есептеулер жүргізуге мүмкіндік береді. Информатика мен алгебраның байланысы есептеу техникасының мүмкіндіктерін кеңейтеді және пәнаралық білімді қалыптастырады.</a:t>
            </a:r>
          </a:p>
          <a:p>
            <a:pPr>
              <a:spcAft>
                <a:spcPts val="800"/>
              </a:spcAft>
              <a:defRPr sz="1800">
                <a:latin typeface="Arial"/>
              </a:defRPr>
            </a:pPr>
            <a:r>
              <a:t>**Пайдаланылған әдебиеттер:**</a:t>
            </a:r>
          </a:p>
          <a:p>
            <a:pPr lvl="1">
              <a:spcAft>
                <a:spcPts val="800"/>
              </a:spcAft>
              <a:defRPr sz="1600">
                <a:latin typeface="Arial"/>
              </a:defRPr>
            </a:pPr>
            <a:r>
              <a:t>1.  Информатика, 9 сынып, Ә.Е. Бөрібаев, Б.Б. Нақысбеков, Д.Қ. Мадалиева, "Атамұра" баспасы, 2019 жыл.</a:t>
            </a:r>
          </a:p>
          <a:p>
            <a:pPr lvl="1">
              <a:spcAft>
                <a:spcPts val="800"/>
              </a:spcAft>
              <a:defRPr sz="1600">
                <a:latin typeface="Arial"/>
              </a:defRPr>
            </a:pPr>
            <a:r>
              <a:t>2. Алгебра, 9 сынып, Ә.Н. Шыныбеков, Д.Ә. Шыныбеков, "Атамұра" баспасы, 2019 жыл.</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