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алгебра пәндерінің байланысы: бір өлшемді массивтерді қолдану*</a:t>
            </a:r>
          </a:p>
          <a:p>
            <a:pPr>
              <a:spcAft>
                <a:spcPts val="800"/>
              </a:spcAft>
              <a:defRPr sz="1800">
                <a:latin typeface="Arial"/>
              </a:defRPr>
            </a:pPr>
            <a:r>
              <a:t>Құрметті оқушылар мен ұстаздар! Бүгінгі презентациямыз информатика мен алгебра пәндерінің өзара байланысын көрсете отырып, бір өлшемді массивтерді қолдану арқылы сандар тізбегін өңдеудің тиімді жолдарын қарастырады. Біздің мақсатымыз – оқушылардың пәнаралық байланысты түсінуін тереңдету және практикалық дағдыларын дамыту.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a:t>
            </a:r>
          </a:p>
          <a:p>
            <a:pPr>
              <a:spcAft>
                <a:spcPts val="800"/>
              </a:spcAft>
              <a:defRPr sz="1800">
                <a:latin typeface="Arial"/>
              </a:defRPr>
            </a:pPr>
            <a:r>
              <a:t>Бір өлшемді массив – бұл бір атаумен біріктірілген, бірдей типтегі элементтердің реттелген тізбегі. Массив элементтері нөмірленген (индекстелген), және әрбір элементке оның индексі бойынша тікелей қатынауға болады. Мысалы, [1, 5, 8, 2, 9] – бүтін сандардан тұратын бір өлшемді массив. Информатикада массивтер деректерді сақтау және өңдеу үшін кеңінен қолданылады. Алгебрада сандар тізбегін өрнектеуге және зерттеуге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*Алгебра пәніндегі сандар тізбегі*</a:t>
            </a:r>
          </a:p>
          <a:p>
            <a:pPr>
              <a:spcAft>
                <a:spcPts val="800"/>
              </a:spcAft>
              <a:defRPr sz="1800">
                <a:latin typeface="Arial"/>
              </a:defRPr>
            </a:pPr>
            <a:r>
              <a:t>Алгебрада сандар тізбегі – бұл белгілі бір заңдылықпен реттелген сандардың жиынтығы. Сандар тізбегінің әрбір мүшесінің өз орны (нөмірі) болады. Арифметикалық және геометриялық прогрессиялар – сандар тізбегінің маңызды түрлері болып табылады.</a:t>
            </a:r>
          </a:p>
          <a:p>
            <a:pPr>
              <a:spcAft>
                <a:spcPts val="800"/>
              </a:spcAft>
              <a:defRPr sz="1800">
                <a:latin typeface="Arial"/>
              </a:defRPr>
            </a:pPr>
            <a:r>
              <a:t>*Арифметикалық прогрессия*: Әрбір келесі мүшесі алдыңғы мүшеге бірдей тұрақты санды қосқанда пайда болады (мысалы, 2, 4, 6, 8...).</a:t>
            </a:r>
          </a:p>
          <a:p>
            <a:pPr>
              <a:spcAft>
                <a:spcPts val="800"/>
              </a:spcAft>
              <a:defRPr sz="1800">
                <a:latin typeface="Arial"/>
              </a:defRPr>
            </a:pPr>
            <a:r>
              <a:t>*Геометриялық прогрессия*: Әрбір келесі мүшесі алдыңғы мүшені бірдей тұрақты санға көбейткенде пайда болады (мысалы, 3, 6, 12, 24...).</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Бір өлшемді массивтерді сандар тізбегін өңдеуде қолдану*</a:t>
            </a:r>
          </a:p>
          <a:p>
            <a:pPr>
              <a:spcAft>
                <a:spcPts val="800"/>
              </a:spcAft>
              <a:defRPr sz="1800">
                <a:latin typeface="Arial"/>
              </a:defRPr>
            </a:pPr>
            <a:r>
              <a:t>Информатикада бір өлшемді массивтерді қолдану арқылы алгебралық сандар тізбегін тиімді өңдеуге болады. Массивтер сандар тізбегінің элементтерін сақтауға, олармен әртүрлі амалдарды орындауға (қосу, көбейту, сұрыптау), және белгілі бір шарттарға сәйкес элементтерді іздеуге мүмкіндік береді. Программалау тілдерінде (мысалы, Python, Java) массивтермен жұмыс істеуге арналған көптеген функциялар мен әдістер бар.</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прогрессияны массивте сақтау және қосындысын есептеу*</a:t>
            </a:r>
          </a:p>
          <a:p>
            <a:pPr>
              <a:spcAft>
                <a:spcPts val="800"/>
              </a:spcAft>
              <a:defRPr sz="1800">
                <a:latin typeface="Arial"/>
              </a:defRPr>
            </a:pPr>
            <a:r>
              <a:t>Арифметикалық прогрессияның алғашқы n мүшесін массивте сақтап, олардың қосындысын есептейік.</a:t>
            </a:r>
          </a:p>
          <a:p>
            <a:pPr lvl="1">
              <a:spcAft>
                <a:spcPts val="800"/>
              </a:spcAft>
              <a:defRPr sz="1600">
                <a:latin typeface="Arial"/>
              </a:defRPr>
            </a:pPr>
            <a:r>
              <a:t>1. Прогрессияның бірінші мүшесін (a1) және айырмасын (d) енгіземіз.</a:t>
            </a:r>
          </a:p>
          <a:p>
            <a:pPr lvl="1">
              <a:spcAft>
                <a:spcPts val="800"/>
              </a:spcAft>
              <a:defRPr sz="1600">
                <a:latin typeface="Arial"/>
              </a:defRPr>
            </a:pPr>
            <a:r>
              <a:t>2. n-ге дейінгі әрбір мүшені массивке сақтаймыз: array[i] = a1 + (i - 1) * d</a:t>
            </a:r>
          </a:p>
          <a:p>
            <a:pPr lvl="1">
              <a:spcAft>
                <a:spcPts val="800"/>
              </a:spcAft>
              <a:defRPr sz="1600">
                <a:latin typeface="Arial"/>
              </a:defRPr>
            </a:pPr>
            <a:r>
              <a:t>3. Массив элементтерін қосып, қосындыны табамыз.</a:t>
            </a:r>
          </a:p>
          <a:p>
            <a:pPr>
              <a:spcAft>
                <a:spcPts val="800"/>
              </a:spcAft>
              <a:defRPr sz="1800">
                <a:latin typeface="Arial"/>
              </a:defRPr>
            </a:pPr>
            <a:r>
              <a:t>Бұл мысалды программалау арқылы іске асыру массивтердің алгебралық есептерді шешуде қаншалықты пайдалы екенін көрсетеді.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пәндерінің байланысы өте маңызды және өзара тиімді. Бір өлшемді массивтерді қолдану арқылы сандар тізбегін өңдеу – бұл екі пәннің теориялық білімдерін практикада қолданудың нақты мысалы. Бұл оқушылардың логикалық ойлау қабілетін дамытып, проблемаларды шешу дағдыларын жетілдіреді.</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Оқулық. Авторы: Бельгибаев Ө., Бегимбетова Г., Жаңабергенова А. - Алматы: "Алматыкітап баспасы", 2019.</a:t>
            </a:r>
          </a:p>
          <a:p>
            <a:pPr lvl="1">
              <a:spcAft>
                <a:spcPts val="800"/>
              </a:spcAft>
              <a:defRPr sz="1600">
                <a:latin typeface="Arial"/>
              </a:defRPr>
            </a:pPr>
            <a:r>
              <a:t>2.  Алгебра. 9 сынып. Оқулық. Авторы: Ә.Е.Әбілқасымова, И.Бекбоев, А.Абдиев, З.Жұмағұлова - Алматы: "Мектеп" баспасы, 2019.</a:t>
            </a:r>
          </a:p>
          <a:p>
            <a:pPr>
              <a:spcAft>
                <a:spcPts val="800"/>
              </a:spcAft>
              <a:defRPr sz="1800">
                <a:latin typeface="Arial"/>
              </a:defRPr>
            </a:pPr>
            <a:r>
              <a:t>Осымен презентациямыз аяқталды. Назарларыңызға рахмет!</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