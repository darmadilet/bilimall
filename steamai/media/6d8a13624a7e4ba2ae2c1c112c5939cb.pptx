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Тақырыбы: "Бір өлшемді массивтерді алгебралық есептерді шешуде қолдану"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Кіріспе: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Бүгінгі презентациямызда информатика және жаратылыстану ғылымдарының, нақтырақ айтқанда, алгебра пәнінің арасындағы тығыз байланысты қарастырамыз. Біздің мақсатымыз – бір өлшемді массивтердің алгебралық есептерді шешудегі тиімділігін көрсету және оқушылардың пәнаралық білімін арттыру. 9-сынып алгебра курсындағы сандар тізбегі ұғымының информатикадағы бір өлшемді массивтермен қалай байланысатынын түсіндіреміз.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Негізгі ұғымдар: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 (информатика): Бір типтегі деректердің реттелген тізбегі. Әрбір элементтің өз индексі болады, ол арқылы элементке қатынауға болады. Мысалы, бүтін сандардан тұратын массив: [1, 2, 3, 4, 5].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Сандар тізбегі (алгебра): Белгілі бір заңдылықпен реттелген сандардың жиынтығы. Мысалы, арифметикалық прогрессия: 2, 4, 6, 8, ... немесе геометриялық прогрессия: 3, 9, 27, 81, ...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Индекс: Массивтегі элементтің орнын көрсететін сан. Индекстер көбінесе 0-ден басталады.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Пәндік байланыс: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Алгебрадағы сандар тізбегі ұғымы информатикадағы бір өлшемді массивтермен тікелей байланысты. Массив – сандар тізбегін сақтау және өңдеу үшін қолданылатын құрылым. Мысалы, арифметикалық прогрессияны массив түрінде көрсетуге болады, ал массив элементтерін өңдеу арқылы прогрессияның қасиеттерін зерттеуге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Мысал: Арифметикалық прогрессияны массив арқылы өңдеу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Мәселе: Арифметикалық прогрессияның бірінші мүшесі 5-ке тең, ал айырмасы 3-ке тең. Алғашқы 10 мүшесін массивке сақтап, олардың қосындысын табыңыз.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Шешуі: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Массив құру: A[0] = 5, A[1] = 8, A[2] = 11, ..., A[9] = 32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Массив элементтерін қосу: 5 + 8 + 11 + ... + 32 = 185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Бұл есепті Python, C++ немесе Java сияқты бағдарламалау тілдерінде массивтерді қолданып оңай шешуге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Практикалық қолданылуы: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Экономикалық есептеулер: Валюта бағамының өзгеруін массив түрінде сақтап, орташа бағамды есептеу.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Физикалық есептеулер: Дененің қозғалысын сипаттайтын мәліметтерді массивке сақтап, жылдамдығын немесе үдеуін есептеу.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Статистикалық талдау: Зерттеу нәтижелерін массивке сақтап, орташа мәнді, дисперсияны немесе стандартты ауытқуды есептеу.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Қорытынды: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массивтер алгебралық есептерді шешуде қуатты құрал болып табылады. Олар сандар тізбектерін сақтауға, өңдеуге және талдауға мүмкіндік береді. Информатика мен жаратылыстану пәндерінің байланысы оқушылардың білімін тереңдетіп, практикалық дағдыларын дамытады.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Пайдаланылған әдебиеттер: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Алгебра, 9 сынып, Ә.Е. Әбілқасымова, И.Б. Бекбоев, А.А. Абдиев, З.А. Жумагулова, "Мектеп" баспасы, 2019 ж. (okulyk.kz)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Информатика, 9 сынып, Е.А. Вьюшкова, Н.В. Параскун, "Арман-ПВ" баспасы, 2019 ж. (okulyk.kz)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Осы презентация мәтіні сіздің талаптарыңызға сай жасалды деп ойлаймын. Егер қандай да бір өзгерістер немесе қосымшалар қажет болса, хабарласыңыз.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7-слайд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