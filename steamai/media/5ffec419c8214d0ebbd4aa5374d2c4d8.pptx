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Қазақстан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Автоматты түрде жасалған презентация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Қазақстан Республикасы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*Елтаңба, Ту, Әнұран*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1-слайд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Географиялық орналасуы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Еуразия құрлығының орталығында орналасқан.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Әлемдегі ең үлкен құрлықтағы мемлекет.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Көршілес елдері: Ресей, Қытай, Қырғызстан, Өзбекстан, Түркіменстан.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2-слайд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Жер көлемі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Жер көлемі – 2 724 900 км².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Әлем бойынша 9-орында.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Батыстан шығысқа қарай 3000 км-ге, ал солтүстіктен оңтүстікке қарай 1700 км-ге созылып жатыр.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3-слайд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Халқы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Халық саны – 19 миллионнан астам.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Көпұлтты мемлекет: қазақтар, орыстар, өзбектер, украиндар, немістер және т.б.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4-слайд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Астана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Астана – Қазақстанның астанасы.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Заманауи архитектурасымен және мәдени орталығымен танымал.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Бәйтерек, Хан Шатыр, Ұлттық музей сияқты көрікті жерлері бар.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5-слайд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Мемлекеттік тіл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Қазақ тілі – мемлекеттік тіл.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Орыс тілі – ұлтаралық қатынас тілі.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6-слайд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Діни сенім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Ислам – басым дін.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Христиан діні де кең таралған.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Дінге сену бостандығы қамтамасыз етілген.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7-слайд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Экономика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Экономикасының негізі – мұнай, газ және басқа да пайдалы қазбалар.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Ауыл шаруашылығы дамыған.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Өнеркәсіп: металлургия, машина жасау және т.б.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8-слайд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Мәдениет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Бай және көне тарихы бар.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Ұлттық ойындар: көкпар, қыз қуу, бәйге және т.б.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Музыкалық аспаптар: домбыра, қобыз.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9-слайд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Туризм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Табиғаты әсем: таулар, көлдер, шөлдер.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Бурабай, Алакөл, Балқаш сияқты туристік аймақтары бар.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Байқоңыр ғарыш айлағы.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10-слайд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Қорытынды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Қазақстан – тәуелсіз, демократиялық және дамып келе жатқан мемлекет.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Болашағы зор ел.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11-слайд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Назарларыңызға рақмет!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12-слайд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