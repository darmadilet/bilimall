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One-dimensional array, Algebra, Grade 9, number sequences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Automatically generated presentation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