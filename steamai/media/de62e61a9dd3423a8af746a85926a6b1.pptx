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алгебралық сандар тізбегі арасындағы байланыс</a:t>
            </a:r>
          </a:p>
          <a:p>
            <a:pPr>
              <a:spcAft>
                <a:spcPts val="800"/>
              </a:spcAft>
              <a:defRPr sz="1800">
                <a:latin typeface="Arial"/>
              </a:defRPr>
            </a:pPr>
            <a:r>
              <a:t>Кіріспе:</a:t>
            </a:r>
          </a:p>
          <a:p>
            <a:pPr>
              <a:spcAft>
                <a:spcPts val="800"/>
              </a:spcAft>
              <a:defRPr sz="1800">
                <a:latin typeface="Arial"/>
              </a:defRPr>
            </a:pPr>
            <a:r>
              <a:t>Бүгінгі презентациямыздың мақсаты – информатика пәніндегі бір өлшемді массивтер мен алгебра пәніндегі сандар тізбегі ұғымдары арасындағы байланысты ашып көрсету. Бұл екі пәннің арасындағы байланысты түсіну оқушылардың білімдерін тереңдетіп, практикалық есептерді шешуге көмектеседі. Біз 9-сынып алгебра курсы мен информатика курсының материалдарын қолдана отырып, осы байланысты қарастырамыз.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(информатика): Бір типті мәліметтердің реттелген тізбегі. Әрбір элементтің өз индексі болады, ол арқылы элементке қол жеткізуге болады. Мысалы, бүтін сандардан тұратын массив: \[1, 2, 3, 4, 5].</a:t>
            </a:r>
          </a:p>
          <a:p>
            <a:pPr>
              <a:spcAft>
                <a:spcPts val="800"/>
              </a:spcAft>
              <a:defRPr sz="1800">
                <a:latin typeface="Arial"/>
              </a:defRPr>
            </a:pPr>
            <a:r>
              <a:t>*   Сандар тізбегі (алгебра): Белгілі бір заңдылықпен реттелген сандардың жиынтығы. Мысалы, арифметикалық прогрессия, геометриялық прогрессия.</a:t>
            </a:r>
          </a:p>
          <a:p>
            <a:pPr>
              <a:spcAft>
                <a:spcPts val="800"/>
              </a:spcAft>
              <a:defRPr sz="1800">
                <a:latin typeface="Arial"/>
              </a:defRPr>
            </a:pPr>
            <a:r>
              <a:t>*   Арифметикалық прогрессия: Әрбір келесі мүшесі алдыңғы мүшесіне тұрақты санды қосу арқылы алынатын сандар тізбегі.</a:t>
            </a:r>
          </a:p>
          <a:p>
            <a:pPr>
              <a:spcAft>
                <a:spcPts val="800"/>
              </a:spcAft>
              <a:defRPr sz="1800">
                <a:latin typeface="Arial"/>
              </a:defRPr>
            </a:pPr>
            <a:r>
              <a:t>*   Геометриялық прогрессия: Әрбір келесі мүшесі алдыңғы мүшені тұрақты санға көбейту арқылы алынатын сандар тізбегі.</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Бір өлшемді массивтер алгебралық сандар тізбектерін сақтау және өңдеу үшін тиімді құрал бола алады. Мысалы, арифметикалық немесе геометриялық прогрессияның мүшелерін массивте сақтап, олармен әртүрлі амалдар орындауға болады. Массивтерді қолдану арқылы тізбектердің қосындысын табу, орташа мәнін есептеу, белгілі бір шарттарға сәйкес келетін мүшелерді іздеу сияқты есептерді шығаруға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 және өңдеу</a:t>
            </a:r>
          </a:p>
          <a:p>
            <a:pPr>
              <a:spcAft>
                <a:spcPts val="800"/>
              </a:spcAft>
              <a:defRPr sz="1800">
                <a:latin typeface="Arial"/>
              </a:defRPr>
            </a:pPr>
            <a:r>
              <a:t>Алгоритм:</a:t>
            </a:r>
          </a:p>
          <a:p>
            <a:pPr lvl="1">
              <a:spcAft>
                <a:spcPts val="800"/>
              </a:spcAft>
              <a:defRPr sz="1600">
                <a:latin typeface="Arial"/>
              </a:defRPr>
            </a:pPr>
            <a:r>
              <a:t>1.  Прогрессияның бірінші мүшесін (a1) және айырмасын (d) енгіземіз.</a:t>
            </a:r>
          </a:p>
          <a:p>
            <a:pPr lvl="1">
              <a:spcAft>
                <a:spcPts val="800"/>
              </a:spcAft>
              <a:defRPr sz="1600">
                <a:latin typeface="Arial"/>
              </a:defRPr>
            </a:pPr>
            <a:r>
              <a:t>2.  Массивтің өлшемін (n) анықтаймыз (қанша мүше сақталатынын).</a:t>
            </a:r>
          </a:p>
          <a:p>
            <a:pPr lvl="1">
              <a:spcAft>
                <a:spcPts val="800"/>
              </a:spcAft>
              <a:defRPr sz="1600">
                <a:latin typeface="Arial"/>
              </a:defRPr>
            </a:pPr>
            <a:r>
              <a:t>3.  Массивтің әрбір элементін арифметикалық прогрессияның сәйкес мүшесімен толтырамыз: array\[i] = a1 + (i - 1) * d</a:t>
            </a:r>
          </a:p>
          <a:p>
            <a:pPr>
              <a:spcAft>
                <a:spcPts val="800"/>
              </a:spcAft>
              <a:defRPr sz="1800">
                <a:latin typeface="Arial"/>
              </a:defRPr>
            </a:pPr>
            <a:r>
              <a:t>4.  Массивті экранға шығарамыз.</a:t>
            </a:r>
          </a:p>
          <a:p>
            <a:pPr>
              <a:spcAft>
                <a:spcPts val="800"/>
              </a:spcAft>
              <a:defRPr sz="1800">
                <a:latin typeface="Arial"/>
              </a:defRPr>
            </a:pPr>
            <a:r>
              <a:t>5.  Массив элементтерінің қосындысын есептейміз.</a:t>
            </a:r>
          </a:p>
          <a:p>
            <a:pPr>
              <a:spcAft>
                <a:spcPts val="800"/>
              </a:spcAft>
              <a:defRPr sz="1800">
                <a:latin typeface="Arial"/>
              </a:defRPr>
            </a:pPr>
            <a:r>
              <a:t>Программа коды (мысал):</a:t>
            </a:r>
          </a:p>
          <a:p>
            <a:pPr>
              <a:spcAft>
                <a:spcPts val="800"/>
              </a:spcAft>
              <a:defRPr sz="1800">
                <a:latin typeface="Arial"/>
              </a:defRPr>
            </a:pPr>
            <a:r>
              <a:t>```python</a:t>
            </a:r>
          </a:p>
          <a:p>
            <a:pPr>
              <a:spcAft>
                <a:spcPts val="800"/>
              </a:spcAft>
              <a:defRPr sz="1800">
                <a:latin typeface="Arial"/>
              </a:defRPr>
            </a:pPr>
            <a:r>
              <a:t>a1 = 2 # Бірінші мүше</a:t>
            </a:r>
          </a:p>
          <a:p>
            <a:pPr>
              <a:spcAft>
                <a:spcPts val="800"/>
              </a:spcAft>
              <a:defRPr sz="1800">
                <a:latin typeface="Arial"/>
              </a:defRPr>
            </a:pPr>
            <a:r>
              <a:t>d = 3  # Айырма</a:t>
            </a:r>
          </a:p>
          <a:p>
            <a:pPr>
              <a:spcAft>
                <a:spcPts val="800"/>
              </a:spcAft>
              <a:defRPr sz="1800">
                <a:latin typeface="Arial"/>
              </a:defRPr>
            </a:pPr>
            <a:r>
              <a:t>n = 5  # Массив өлшемі</a:t>
            </a:r>
          </a:p>
          <a:p>
            <a:pPr>
              <a:spcAft>
                <a:spcPts val="800"/>
              </a:spcAft>
              <a:defRPr sz="1800">
                <a:latin typeface="Arial"/>
              </a:defRPr>
            </a:pPr>
            <a:r>
              <a:t>array = []</a:t>
            </a:r>
          </a:p>
          <a:p>
            <a:pPr>
              <a:spcAft>
                <a:spcPts val="800"/>
              </a:spcAft>
              <a:defRPr sz="1800">
                <a:latin typeface="Arial"/>
              </a:defRPr>
            </a:pPr>
            <a:r>
              <a:t>for i in range(1, n + 1):</a:t>
            </a:r>
          </a:p>
          <a:p>
            <a:pPr>
              <a:spcAft>
                <a:spcPts val="800"/>
              </a:spcAft>
              <a:defRPr sz="1800">
                <a:latin typeface="Arial"/>
              </a:defRPr>
            </a:pPr>
            <a:r>
              <a:t>array.append(a1 + (i - 1) * d)</a:t>
            </a:r>
          </a:p>
          <a:p>
            <a:pPr>
              <a:spcAft>
                <a:spcPts val="800"/>
              </a:spcAft>
              <a:defRPr sz="1800">
                <a:latin typeface="Arial"/>
              </a:defRPr>
            </a:pPr>
            <a:r>
              <a:t>print("Арифметикалық прогрессия:", array)</a:t>
            </a:r>
          </a:p>
          <a:p>
            <a:pPr>
              <a:spcAft>
                <a:spcPts val="800"/>
              </a:spcAft>
              <a:defRPr sz="1800">
                <a:latin typeface="Arial"/>
              </a:defRPr>
            </a:pPr>
            <a:r>
              <a:t>sum_array = sum(array)</a:t>
            </a:r>
          </a:p>
          <a:p>
            <a:pPr>
              <a:spcAft>
                <a:spcPts val="800"/>
              </a:spcAft>
              <a:defRPr sz="1800">
                <a:latin typeface="Arial"/>
              </a:defRPr>
            </a:pPr>
            <a:r>
              <a:t>print("Элементтер қосындысы:", sum_array)</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қолдану:</a:t>
            </a:r>
          </a:p>
          <a:p>
            <a:pPr>
              <a:spcAft>
                <a:spcPts val="800"/>
              </a:spcAft>
              <a:defRPr sz="1800">
                <a:latin typeface="Arial"/>
              </a:defRPr>
            </a:pPr>
            <a:r>
              <a:t>*   Экономикалық есептеулер: Қаржылық өсімді немесе құлдырауды модельдеу үшін геометриялық прогрессияны қолдану.</a:t>
            </a:r>
          </a:p>
          <a:p>
            <a:pPr>
              <a:spcAft>
                <a:spcPts val="800"/>
              </a:spcAft>
              <a:defRPr sz="1800">
                <a:latin typeface="Arial"/>
              </a:defRPr>
            </a:pPr>
            <a:r>
              <a:t>*   Физикалық есептер: Қозғалыстағы дененің жылдамдығын немесе үдеуін есептеу.</a:t>
            </a:r>
          </a:p>
          <a:p>
            <a:pPr>
              <a:spcAft>
                <a:spcPts val="800"/>
              </a:spcAft>
              <a:defRPr sz="1800">
                <a:latin typeface="Arial"/>
              </a:defRPr>
            </a:pPr>
            <a:r>
              <a:t>*   Статистикалық анализ: Деректерді өңдеу және талдау.</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мен алгебралық сандар тізбегі арасындағы байланыс информатика мен математиканың практикалық есептерді шешудегі тиімді құрал екенін көрсетеді. Бұл білім оқушылардың логикалық ойлау қабілетін дамытып, әртүрлі салалардағы мәселелерді шешуге дайындайды.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 мен жауаптар:</a:t>
            </a:r>
          </a:p>
          <a:p>
            <a:pPr>
              <a:spcAft>
                <a:spcPts val="800"/>
              </a:spcAft>
              <a:defRPr sz="1800">
                <a:latin typeface="Arial"/>
              </a:defRPr>
            </a:pPr>
            <a:r>
              <a:t>Сұрақтарыңыз болса, қоюға болады.</a:t>
            </a:r>
          </a:p>
          <a:p>
            <a:pPr>
              <a:spcAft>
                <a:spcPts val="800"/>
              </a:spcAft>
              <a:defRPr sz="1800">
                <a:latin typeface="Arial"/>
              </a:defRPr>
            </a:pPr>
            <a:r>
              <a:t>Пайдаланылған әдебиеттер тізімі:</a:t>
            </a:r>
          </a:p>
          <a:p>
            <a:pPr lvl="1">
              <a:spcAft>
                <a:spcPts val="800"/>
              </a:spcAft>
              <a:defRPr sz="1600">
                <a:latin typeface="Arial"/>
              </a:defRPr>
            </a:pPr>
            <a:r>
              <a:t>1.  Алгебра, 9 сынып, Ә.Е.Әбілқасымова, И.Бекбоев, А.Абдиев, З.Ж.Жұмағұлова, "Мектеп" баспасы, 2019 жыл. (okulyk.kz)</a:t>
            </a:r>
          </a:p>
          <a:p>
            <a:pPr lvl="1">
              <a:spcAft>
                <a:spcPts val="800"/>
              </a:spcAft>
              <a:defRPr sz="1600">
                <a:latin typeface="Arial"/>
              </a:defRPr>
            </a:pPr>
            <a:r>
              <a:t>2. Информатика, 9 сынып, Е.А.Вьюшкова, Н.В.Парастюк, "Арман-ПВ" баспасы, 2019 жыл (okulyk.kz)</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