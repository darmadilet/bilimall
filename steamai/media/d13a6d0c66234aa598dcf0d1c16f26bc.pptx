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Тақырыбы: Бір өлшемді массивтерді жаратылыстану пәндерінде қолдану (Алгебра пәні мысалында)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Мақсаты: Бір өлшемді массивтердің информатикалық ұғымын алгебра пәнімен байланыстыра отырып, оқушылардың пәнаралық білімдерін кеңейту және практикалық дағдыларын қалыптастыру.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Міндеттері: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массивтердің анықтамасымен және қолданылу аясымен таныстыру.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Алгебра пәніндегі сандық тізбектердің бір өлшемді массивтермен байланысын көрсету.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Python программалау тілінде массивтерді қолданып, алгебралық есептерді шешу мысалдарын қарастыру.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Оқушылардың логикалық ойлау қабілеттерін дамыту және пәнаралық байланысты түсінуге ықпал ету.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1-слайд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Негізгі ұғымдар: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Массив (Array): Бір типтегі элементтердің реттелген жиынтығы. Әрбір элементтің өз индексі болады. Индекс арқылы элементке жылдам қол жеткізуге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массив: Элементтері бір қатарда орналасқан массив. Мысалы: [1, 2, 3, 4, 5].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Сандық тізбек: Белгілі бір заңдылықпен орналасқан сандардың тізбегі. Мысалы: Арифметикалық прогрессия, геометриялық прогрессия.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Индекстеу: Массив элементтеріне қол жеткізу үшін қолданылатын нөмірлеу жүйесі. Әдетте, индекстеу 0-ден басталады.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2-слайд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Пәндік байланыс: Информатика және Алгебра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Алгебрадағы сандық тізбектерді информатикада бір өлшемді массивтер арқылы бейнелеуге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Массивтерді пайдаланып, сандық тізбектермен әртүрлі амалдарды орындауға болады (қосу, азайту, көбейту, бөлу, т.б.).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Программалау арқылы сандық тізбектердің мүшелерін есептеу, қосындысын табу, орташа мәнін анықтау сияқты есептерді автоматтандыруға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3-слайд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Мысал: Арифметикалық прогрессияны массив арқылы бейнелеу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Арифметикалық прогрессияның бірінші мүшесі (a1) және айырмасы (d) берілген. Алғашқы n мүшесін массивке сақтау және қосындысын есептеу.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Python коды: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```python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a1 = 2  # Бірінші мүше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d = 3   # Айырма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n = 10  # Мүшелер саны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# Массивті құру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arr = [a1 + i * d for i in range(n)]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# Қосындысын есептеу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sum_arr = sum(arr)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print("Арифметикалық прогрессия:", arr)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print("Қосындысы:", sum_arr)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```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4-слайд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Мысал: Геометриялық прогрессияны массив арқылы бейнелеу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Геометриялық прогрессияның бірінші мүшесі (b1) және еселігі (q) берілген. Алғашқы n мүшесін массивке сақтау.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Python коды: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```python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b1 = 1  # Бірінші мүше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q = 2   # Еселік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n = 8   # Мүшелер саны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# Массивті құру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arr = [b1 * (q ** i) for i in range(n)]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print("Геометриялық прогрессия:", arr)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```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5-слайд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Қорытынды: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массивтер – информатикадағы маңызды ұғым.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Оларды жаратылыстану пәндеріндегі (мысалы, алгебра) есептерді шешуде тиімді қолдануға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Программалау арқылы есептеулерді автоматтандыру және нәтижелерді визуализациялау мүмкіндігі бар.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Пәнаралық байланыс оқушылардың білімдерін тереңдетуге және практикалық дағдыларын қалыптастыруға көмектеседі.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6-слайд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Пайдаланылған әдебиеттер: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Информатика. 9 сынып. Авторы: Бельгибаев Ө., Бегимбетова Г., Кузнецова С., Смет М. "Алматыкітап баспасы" ЖШС, 2019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Алгебра. 9 сынып. Авторы: Ә.Н.Шыныбеков, Д.Ә.Шыныбеков, "Атамұра" 2019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Бұл презентация мәтінінде okulyk.kz сайтындағы ресми оқулықтарға сілтеме жасалмаған, себебі сіз маған нақты сілтемелерді көрсетпедіңіз. Егер сізде нақты сілтемелер болса, мен оларды пайдаланып, презентация мәтінін толықтыра аламын.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7-слайд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