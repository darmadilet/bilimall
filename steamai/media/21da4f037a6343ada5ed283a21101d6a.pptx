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38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16.05.2025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36279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Бір өлшемді массив, Алгебра, 9 сынып, сандар тізбегі"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Автоматты түрде жасалған презентация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Тақырыбы: Информатика және жаратылыстану пәндерінің байланысы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Пән: Информатика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Сынып: 9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Орындаған: [Оқушының аты-жөні]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Тексерген: [Мұғалімнің аты-жөні]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1-слайд: Титулдық бет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Бүгінгі таңда информатика барлық салаларға терең еніп, жаратылыстану ғылымдарымен тығыз байланыста дамуда.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Бұл презентацияда біз информатиканың жаратылыстану пәндеріндегі рөлін, оның ішінде математиканың (алгебра) және сандар тізбектерінің қолданылуын қарастырамыз.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Мақсатымыз: Информатика мен жаратылыстанудың өзара байланысын түсіндіру және оқушылардың пәндерге деген қызығушылығын арттыру.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2-слайд: Кіріспе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Математика – информатиканың негізі. Алгебралық есептеулер, логикалық операциялар программалау тілдерінде кеңінен қолданылады.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Мысал: Алгебралық теңдеулерді шешу алгоритмдерін құру, функцияларды программалау арқылы модельдеу.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9-сынып алгебра курсындағы сандар тізбектері (арифметикалық, геометриялық прогрессиялар) программалауда деректерді өңдеу, іздеу және сұрыптау алгоритмдерінде қолданылады.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3-слайд: Математика және информатика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Бір өлшемді массив (вектор) – бір типті элементтердің реттелген тізбегі.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Программалауда сандар тізбектерін сақтау және өңдеу үшін қолданылады.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Мысал: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Арифметикалық прогрессияны массивке сақтау және оның қосындысын есептеу программасын құру.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Геометриялық прогрессияның алғашқы n мүшесін есептеу және экранға шығару.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4-слайд: Бір өлшемді массивтер және сандар тізбектері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Физика: Қозғалыс заңдарын модельдеу, эксперимент нәтижелерін өңдеу және талдау.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Химия: Химиялық реакцияларды модельдеу, молекулалардың құрылымын визуализациялау.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Биология: ДНК тізбегін талдау, популяциялық модельдерді құру.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География: Геоақпараттық жүйелер (ГАЖ) арқылы картографиялық деректерді өңдеу және талдау.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5-слайд: Жаратылыстану ғылымдарындағы қолданылуы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Есеп: Жерге лақтырылған доптың қозғалысын модельдеу.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Шешу жолы: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1.  Физикалық заңдарды қолдану (еркін түсу үдеуі, ауаның кедергісі).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2.  Қозғалыс теңдеулерін құру.</a:t>
            </a:r>
          </a:p>
          <a:p>
            <a:pPr lvl="1">
              <a:spcAft>
                <a:spcPts val="800"/>
              </a:spcAft>
              <a:defRPr sz="1600">
                <a:latin typeface="Arial"/>
              </a:defRPr>
            </a:pPr>
            <a:r>
              <a:t>3.  Программалау тілінде (мысалы, Python) модельдеу.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4.  Доптың траекториясын визуализациялау.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6-слайд: Практикалық мысал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Информатика жаратылыстану пәндеріндегі күрделі есептерді шешуге, модельдеуге және деректерді талдауға мүмкіндік береді.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Бұл пәндердің интеграциясы ғылыми зерттеулерді жеделдетіп, жаңа технологиялардың дамуына ықпал етеді.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Информатиканы жаратылыстану пәндерімен байланыстыра оқыту оқушылардың сыни ойлау қабілетін дамытып, болашақ мамандық таңдауына көмектеседі.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**Қосымша ескертпелер:**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Әр слайдқа тақырыпқа сай суреттер, диаграммалар немесе графиктер қосуға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Презентацияны қызықты ету үшін интерактивті элементтерді (мысалы, сұрақтар, сауалнамалар) қосуға болады.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*   Презентацияны дайындау барысында қосымша ақпарат көздерін (кітаптар, интернет-ресурстар) пайдалану ұсынылады.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800" b="1">
                <a:solidFill>
                  <a:srgbClr val="005495"/>
                </a:solidFill>
                <a:latin typeface="Arial"/>
              </a:defRPr>
            </a:pPr>
            <a:r>
              <a:t>7-слайд: Қорытынды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Волна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Волна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Волна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Волна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adile</cp:lastModifiedBy>
  <cp:revision>1</cp:revision>
  <dcterms:modified xsi:type="dcterms:W3CDTF">2025-05-16T13:14:50Z</dcterms:modified>
</cp:coreProperties>
</file>