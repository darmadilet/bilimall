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жаратылыстану пәндерінің байланысы: Бір өлшемді массивтерді алгебралық есептерді шешуде қолдану (9-сынып)</a:t>
            </a:r>
          </a:p>
          <a:p>
            <a:pPr>
              <a:spcAft>
                <a:spcPts val="800"/>
              </a:spcAft>
              <a:defRPr sz="1800">
                <a:latin typeface="Arial"/>
              </a:defRPr>
            </a:pPr>
            <a:r>
              <a:t>Кіріспе:</a:t>
            </a:r>
          </a:p>
          <a:p>
            <a:pPr>
              <a:spcAft>
                <a:spcPts val="800"/>
              </a:spcAft>
              <a:defRPr sz="1800">
                <a:latin typeface="Arial"/>
              </a:defRPr>
            </a:pPr>
            <a:r>
              <a:t>Қазіргі заманда ғылым мен технологияның дамуы пәнаралық байланыстарды тереңдетуді талап етеді. Информатика мен жаратылыстану пәндерінің, әсіресе алгебраның байланысы оқушылардың логикалық ойлауын, проблемаларды шешу қабілеттерін дамытуға мүмкіндік береді. Бұл презентацияда бір өлшемді массивтерді алгебралық есептерді шешуде қалай қолдануға болатынын қарастырамыз.</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Бір типті мәліметтердің реттелген тізбегі. Әрбір элементтің индексі болады, ол элементтің массивтегі орнын көрсетеді.</a:t>
            </a:r>
          </a:p>
          <a:p>
            <a:pPr>
              <a:spcAft>
                <a:spcPts val="800"/>
              </a:spcAft>
              <a:defRPr sz="1800">
                <a:latin typeface="Arial"/>
              </a:defRPr>
            </a:pPr>
            <a:r>
              <a:t>*   Алгебра: Математиканың сандар, теңдеулер және функциялар туралы бөлімі.</a:t>
            </a:r>
          </a:p>
          <a:p>
            <a:pPr>
              <a:spcAft>
                <a:spcPts val="800"/>
              </a:spcAft>
              <a:defRPr sz="1800">
                <a:latin typeface="Arial"/>
              </a:defRPr>
            </a:pPr>
            <a:r>
              <a:t>*   Сандар тізбегі: Белгілі бір заңдылық бойынша реттелген сандардың жиынтығы.</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Информатика алгебралық есептерді шешу үшін құрал ретінде қызмет етеді. Бір өлшемді массивтер сандар тізбегін сақтау және өңдеу үшін ыңғайлы құрылым болып табылады. Мысалы, арифметикалық және геометриялық прогрессияларды массивте сақтап, олармен әртүрлі амалдарды (қосу, көбейту, орташа мәнді табу және т.б.) орындауға болады. Алгебралық есептерді шешу алгоритмдерін құру және оларды программалық кодқа айналдыру информатиканың негізгі міндеттерінің бірі болып табылады.</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 есебін массив арқылы шешу</a:t>
            </a:r>
          </a:p>
          <a:p>
            <a:pPr>
              <a:spcAft>
                <a:spcPts val="800"/>
              </a:spcAft>
              <a:defRPr sz="1800">
                <a:latin typeface="Arial"/>
              </a:defRPr>
            </a:pPr>
            <a:r>
              <a:t>Есеп: Арифметикалық прогрессияның бірінші мүшесі 2-ге, ал айырмасы 3-ке тең. Прогрессияның алғашқы 10 мүшесін табыңыз.</a:t>
            </a:r>
          </a:p>
          <a:p>
            <a:pPr>
              <a:spcAft>
                <a:spcPts val="800"/>
              </a:spcAft>
              <a:defRPr sz="1800">
                <a:latin typeface="Arial"/>
              </a:defRPr>
            </a:pPr>
            <a:r>
              <a:t>Шешу алгоритмі:</a:t>
            </a:r>
          </a:p>
          <a:p>
            <a:pPr lvl="1">
              <a:spcAft>
                <a:spcPts val="800"/>
              </a:spcAft>
              <a:defRPr sz="1600">
                <a:latin typeface="Arial"/>
              </a:defRPr>
            </a:pPr>
            <a:r>
              <a:t>1.  Бір өлшемді массив құру (өлшемі 10).</a:t>
            </a:r>
          </a:p>
          <a:p>
            <a:pPr lvl="1">
              <a:spcAft>
                <a:spcPts val="800"/>
              </a:spcAft>
              <a:defRPr sz="1600">
                <a:latin typeface="Arial"/>
              </a:defRPr>
            </a:pPr>
            <a:r>
              <a:t>2.  Массивтің бірінші элементіне 2 мәнін меншіктеу.</a:t>
            </a:r>
          </a:p>
          <a:p>
            <a:pPr lvl="1">
              <a:spcAft>
                <a:spcPts val="800"/>
              </a:spcAft>
              <a:defRPr sz="1600">
                <a:latin typeface="Arial"/>
              </a:defRPr>
            </a:pPr>
            <a:r>
              <a:t>3.  Цикл арқылы массивтің қалған элементтерін есептеу: әрбір келесі элемент алдыңғы элементке 3-ті қосу арқылы табылады.</a:t>
            </a:r>
          </a:p>
          <a:p>
            <a:pPr>
              <a:spcAft>
                <a:spcPts val="800"/>
              </a:spcAft>
              <a:defRPr sz="1800">
                <a:latin typeface="Arial"/>
              </a:defRPr>
            </a:pPr>
            <a:r>
              <a:t>Программа коды (Python):</a:t>
            </a:r>
          </a:p>
          <a:p>
            <a:pPr>
              <a:spcAft>
                <a:spcPts val="800"/>
              </a:spcAft>
              <a:defRPr sz="1800">
                <a:latin typeface="Arial"/>
              </a:defRPr>
            </a:pPr>
            <a:r>
              <a:t>```python</a:t>
            </a:r>
          </a:p>
          <a:p>
            <a:pPr>
              <a:spcAft>
                <a:spcPts val="800"/>
              </a:spcAft>
              <a:defRPr sz="1800">
                <a:latin typeface="Arial"/>
              </a:defRPr>
            </a:pPr>
            <a:r>
              <a:t>a = [0] * 10 #өлшемі 10 массив құру</a:t>
            </a:r>
          </a:p>
          <a:p>
            <a:pPr>
              <a:spcAft>
                <a:spcPts val="800"/>
              </a:spcAft>
              <a:defRPr sz="1800">
                <a:latin typeface="Arial"/>
              </a:defRPr>
            </a:pPr>
            <a:r>
              <a:t>a[0] = 2</a:t>
            </a:r>
          </a:p>
          <a:p>
            <a:pPr>
              <a:spcAft>
                <a:spcPts val="800"/>
              </a:spcAft>
              <a:defRPr sz="1800">
                <a:latin typeface="Arial"/>
              </a:defRPr>
            </a:pPr>
            <a:r>
              <a:t>for i in range(1, 10):</a:t>
            </a:r>
          </a:p>
          <a:p>
            <a:pPr>
              <a:spcAft>
                <a:spcPts val="800"/>
              </a:spcAft>
              <a:defRPr sz="1800">
                <a:latin typeface="Arial"/>
              </a:defRPr>
            </a:pPr>
            <a:r>
              <a:t>a[i] = a[i-1] + 3</a:t>
            </a:r>
          </a:p>
          <a:p>
            <a:pPr>
              <a:spcAft>
                <a:spcPts val="800"/>
              </a:spcAft>
              <a:defRPr sz="1800">
                <a:latin typeface="Arial"/>
              </a:defRPr>
            </a:pPr>
            <a:r>
              <a:t>print(a)</a:t>
            </a:r>
          </a:p>
          <a:p>
            <a:pPr>
              <a:spcAft>
                <a:spcPts val="800"/>
              </a:spcAft>
              <a:defRPr sz="1800">
                <a:latin typeface="Arial"/>
              </a:defRPr>
            </a:pPr>
            <a:r>
              <a:t>```</a:t>
            </a:r>
          </a:p>
          <a:p>
            <a:pPr>
              <a:spcAft>
                <a:spcPts val="800"/>
              </a:spcAft>
              <a:defRPr sz="1800">
                <a:latin typeface="Arial"/>
              </a:defRPr>
            </a:pPr>
            <a:r>
              <a:t>Нәтиже: \[2, 5, 8, 11, 14, 17, 20, 23, 26, 29]</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(Жалғасы): Геометриялық прогрессия есебін массив арқылы шешу</a:t>
            </a:r>
          </a:p>
          <a:p>
            <a:pPr>
              <a:spcAft>
                <a:spcPts val="800"/>
              </a:spcAft>
              <a:defRPr sz="1800">
                <a:latin typeface="Arial"/>
              </a:defRPr>
            </a:pPr>
            <a:r>
              <a:t>Есеп: Геометриялық прогрессияның бірінші мүшесі 3-ке, ал еселігі 2-ге тең. Прогрессияның алғашқы 8 мүшесін табыңыз.</a:t>
            </a:r>
          </a:p>
          <a:p>
            <a:pPr>
              <a:spcAft>
                <a:spcPts val="800"/>
              </a:spcAft>
              <a:defRPr sz="1800">
                <a:latin typeface="Arial"/>
              </a:defRPr>
            </a:pPr>
            <a:r>
              <a:t>Шешу алгоритмі:</a:t>
            </a:r>
          </a:p>
          <a:p>
            <a:pPr lvl="1">
              <a:spcAft>
                <a:spcPts val="800"/>
              </a:spcAft>
              <a:defRPr sz="1600">
                <a:latin typeface="Arial"/>
              </a:defRPr>
            </a:pPr>
            <a:r>
              <a:t>1.  Бір өлшемді массив құру (өлшемі 8).</a:t>
            </a:r>
          </a:p>
          <a:p>
            <a:pPr lvl="1">
              <a:spcAft>
                <a:spcPts val="800"/>
              </a:spcAft>
              <a:defRPr sz="1600">
                <a:latin typeface="Arial"/>
              </a:defRPr>
            </a:pPr>
            <a:r>
              <a:t>2.  Массивтің бірінші элементіне 3 мәнін меншіктеу.</a:t>
            </a:r>
          </a:p>
          <a:p>
            <a:pPr lvl="1">
              <a:spcAft>
                <a:spcPts val="800"/>
              </a:spcAft>
              <a:defRPr sz="1600">
                <a:latin typeface="Arial"/>
              </a:defRPr>
            </a:pPr>
            <a:r>
              <a:t>3.  Цикл арқылы массивтің қалған элементтерін есептеу: әрбір келесі элемент алдыңғы элементті 2-ге көбейту арқылы табылады.</a:t>
            </a:r>
          </a:p>
          <a:p>
            <a:pPr>
              <a:spcAft>
                <a:spcPts val="800"/>
              </a:spcAft>
              <a:defRPr sz="1800">
                <a:latin typeface="Arial"/>
              </a:defRPr>
            </a:pPr>
            <a:r>
              <a:t>Программа коды (Python):</a:t>
            </a:r>
          </a:p>
          <a:p>
            <a:pPr>
              <a:spcAft>
                <a:spcPts val="800"/>
              </a:spcAft>
              <a:defRPr sz="1800">
                <a:latin typeface="Arial"/>
              </a:defRPr>
            </a:pPr>
            <a:r>
              <a:t>```python</a:t>
            </a:r>
          </a:p>
          <a:p>
            <a:pPr>
              <a:spcAft>
                <a:spcPts val="800"/>
              </a:spcAft>
              <a:defRPr sz="1800">
                <a:latin typeface="Arial"/>
              </a:defRPr>
            </a:pPr>
            <a:r>
              <a:t>g = [0] * 8 #өлшемі 8 массив құру</a:t>
            </a:r>
          </a:p>
          <a:p>
            <a:pPr>
              <a:spcAft>
                <a:spcPts val="800"/>
              </a:spcAft>
              <a:defRPr sz="1800">
                <a:latin typeface="Arial"/>
              </a:defRPr>
            </a:pPr>
            <a:r>
              <a:t>g[0] = 3</a:t>
            </a:r>
          </a:p>
          <a:p>
            <a:pPr>
              <a:spcAft>
                <a:spcPts val="800"/>
              </a:spcAft>
              <a:defRPr sz="1800">
                <a:latin typeface="Arial"/>
              </a:defRPr>
            </a:pPr>
            <a:r>
              <a:t>for i in range(1, 8):</a:t>
            </a:r>
          </a:p>
          <a:p>
            <a:pPr>
              <a:spcAft>
                <a:spcPts val="800"/>
              </a:spcAft>
              <a:defRPr sz="1800">
                <a:latin typeface="Arial"/>
              </a:defRPr>
            </a:pPr>
            <a:r>
              <a:t>g[i] = g[i-1] * 2</a:t>
            </a:r>
          </a:p>
          <a:p>
            <a:pPr>
              <a:spcAft>
                <a:spcPts val="800"/>
              </a:spcAft>
              <a:defRPr sz="1800">
                <a:latin typeface="Arial"/>
              </a:defRPr>
            </a:pPr>
            <a:r>
              <a:t>print(g)</a:t>
            </a:r>
          </a:p>
          <a:p>
            <a:pPr>
              <a:spcAft>
                <a:spcPts val="800"/>
              </a:spcAft>
              <a:defRPr sz="1800">
                <a:latin typeface="Arial"/>
              </a:defRPr>
            </a:pPr>
            <a:r>
              <a:t>```</a:t>
            </a:r>
          </a:p>
          <a:p>
            <a:pPr>
              <a:spcAft>
                <a:spcPts val="800"/>
              </a:spcAft>
              <a:defRPr sz="1800">
                <a:latin typeface="Arial"/>
              </a:defRPr>
            </a:pPr>
            <a:r>
              <a:t>Нәтиже: \[3, 6, 12, 24, 48, 96, 192, 384]</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және жаратылыстану пәндерінің байланысы оқушылардың білім деңгейін арттыруға және практикалық дағдыларын қалыптастыруға ықпал етеді. Бір өлшемді массивтерді алгебралық есептерді шешуде қолдану оқушыларға программалаудың негіздерін түсінуге және есептерді шешудің тиімді әдістерін үйренуге көмектеседі. Бұл білім мен дағдылар олардың болашақ кәсіби қызметінде пайдалы болады.</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 тізімі:</a:t>
            </a:r>
          </a:p>
          <a:p>
            <a:pPr lvl="1">
              <a:spcAft>
                <a:spcPts val="800"/>
              </a:spcAft>
              <a:defRPr sz="1600">
                <a:latin typeface="Arial"/>
              </a:defRPr>
            </a:pPr>
            <a:r>
              <a:t>1.  Информатика: Жалпы білім беретін мектептің 9-сыныбына арналған оқулық/ Е.А.Вьюшкова, Н.В.Богомолова, – Алматы: «Мектеп» баспасы, 2019.</a:t>
            </a:r>
          </a:p>
          <a:p>
            <a:pPr lvl="1">
              <a:spcAft>
                <a:spcPts val="800"/>
              </a:spcAft>
              <a:defRPr sz="1600">
                <a:latin typeface="Arial"/>
              </a:defRPr>
            </a:pPr>
            <a:r>
              <a:t>2.  Алгебра: Жалпы білім беретін мектептің 9-сыныбына арналған оқулық/ Ә.Н.Шыныбеков, Д.Ә.Шыныбеков, – Алматы: «Атамұра» баспасы, 2019.</a:t>
            </a:r>
          </a:p>
          <a:p>
            <a:pPr>
              <a:spcAft>
                <a:spcPts val="800"/>
              </a:spcAft>
              <a:defRPr sz="1800">
                <a:latin typeface="Arial"/>
              </a:defRPr>
            </a:pPr>
            <a:r>
              <a:t>Бұл презентация мәтіні okulyk.kz сайтындағы ресми оқулықтарға сүйеніп жасалды.</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