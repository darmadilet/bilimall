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 id="263" r:id="rId13"/>
    <p:sldId id="264" r:id="rId1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Бір өлшемді массив, Алгебра, 9 сынып, сандар тізбегі</a:t>
            </a:r>
          </a:p>
        </p:txBody>
      </p:sp>
      <p:sp>
        <p:nvSpPr>
          <p:cNvPr id="3" name="Subtitle 2"/>
          <p:cNvSpPr>
            <a:spLocks noGrp="1"/>
          </p:cNvSpPr>
          <p:nvPr>
            <p:ph type="subTitle" idx="1"/>
          </p:nvPr>
        </p:nvSpPr>
        <p:spPr/>
        <p:txBody>
          <a:bodyPr/>
          <a:lstStyle/>
          <a:p>
            <a:r>
              <a:t>Автоматты түрде жасалған презентация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Құрметті оқушылар мен ұстаздар! Бүгінгі презентациямыздың тақырыбы – информатика мен жаратылыстану ғылымдарының, нақтырақ айтқанда, алгебра пәнінің арасындағы байланыс. Біздің мақсатымыз – сандық тізбектерді бір өлшемді массивтер арқылы модельдеуге болатынын көрсету, осылайша пәнаралық байланыстың маңыздылығын ашу. 9-сынып алгебра курсында өтілетін сандар тізбегі ұғымы информатикадағы бір өлшемді массивтермен тығыз байланысты екенін дәлелдейміз.</a:t>
            </a:r>
          </a:p>
        </p:txBody>
      </p:sp>
      <p:sp>
        <p:nvSpPr>
          <p:cNvPr id="3" name="Title 2"/>
          <p:cNvSpPr>
            <a:spLocks noGrp="1"/>
          </p:cNvSpPr>
          <p:nvPr>
            <p:ph type="title"/>
          </p:nvPr>
        </p:nvSpPr>
        <p:spPr/>
        <p:txBody>
          <a:bodyPr/>
          <a:lstStyle/>
          <a:p>
            <a:pPr>
              <a:defRPr b="1" sz="2800">
                <a:solidFill>
                  <a:srgbClr val="005495"/>
                </a:solidFill>
                <a:latin typeface="Arial"/>
              </a:defRPr>
            </a:pPr>
            <a:r>
              <a:t>1-слайд: Кіріспе</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Алгебра – математиканың бір бөлімі, ол сандар, символдар және олардың арасындағы байланыстарды зерттейді. 9-сыныпта алгебра курсында сандар тізбектері қарастырылады. Сандар тізбегі дегеніміз – белгілі бір заңдылықпен орналасқан сандардың реті. Мысалы, арифметикалық және геометриялық прогрессиялар – сандар тізбегінің ерекше түрлері. Әрбір мүшесі алдыңғы мүшесіне белгілі бір санды қосқанда пайда болатын тізбек арифметикалық прогрессия деп аталады.</a:t>
            </a:r>
          </a:p>
        </p:txBody>
      </p:sp>
      <p:sp>
        <p:nvSpPr>
          <p:cNvPr id="3" name="Title 2"/>
          <p:cNvSpPr>
            <a:spLocks noGrp="1"/>
          </p:cNvSpPr>
          <p:nvPr>
            <p:ph type="title"/>
          </p:nvPr>
        </p:nvSpPr>
        <p:spPr/>
        <p:txBody>
          <a:bodyPr/>
          <a:lstStyle/>
          <a:p>
            <a:pPr>
              <a:defRPr b="1" sz="2800">
                <a:solidFill>
                  <a:srgbClr val="005495"/>
                </a:solidFill>
                <a:latin typeface="Arial"/>
              </a:defRPr>
            </a:pPr>
            <a:r>
              <a:t>2-слайд: Негізгі ұғымдар: Алгебра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Информатика – ақпаратты жинау, сақтау, өңдеу және тарату туралы ғылым. Информатиканың маңызды ұғымдарының бірі – массив. Массив – бір типті деректердің реттелген жиынтығы. Бір өлшемді массив – бір қатарда орналасқан элементтерден тұратын массив. Әрбір элементтің өз индексі болады, ол элементтің массивтегі орнын көрсетеді.</a:t>
            </a:r>
          </a:p>
        </p:txBody>
      </p:sp>
      <p:sp>
        <p:nvSpPr>
          <p:cNvPr id="3" name="Title 2"/>
          <p:cNvSpPr>
            <a:spLocks noGrp="1"/>
          </p:cNvSpPr>
          <p:nvPr>
            <p:ph type="title"/>
          </p:nvPr>
        </p:nvSpPr>
        <p:spPr/>
        <p:txBody>
          <a:bodyPr/>
          <a:lstStyle/>
          <a:p>
            <a:pPr>
              <a:defRPr b="1" sz="2800">
                <a:solidFill>
                  <a:srgbClr val="005495"/>
                </a:solidFill>
                <a:latin typeface="Arial"/>
              </a:defRPr>
            </a:pPr>
            <a:r>
              <a:t>3-слайд: Негізгі ұғымдар: Информатика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Алгебрадағы сандар тізбегін информатикада бір өлшемді массив ретінде қарастыруға болады. Әрбір тізбек мүшесі массивтің бір элементіне сәйкес келеді. Мысалы, арифметикалық прогрессияны бір өлшемді массивке сақтап, оны программалау тілінде өңдеуге болады. Бұл тәсіл математикалық есептерді шешуді автоматтандыруға мүмкіндік береді.</a:t>
            </a:r>
          </a:p>
        </p:txBody>
      </p:sp>
      <p:sp>
        <p:nvSpPr>
          <p:cNvPr id="3" name="Title 2"/>
          <p:cNvSpPr>
            <a:spLocks noGrp="1"/>
          </p:cNvSpPr>
          <p:nvPr>
            <p:ph type="title"/>
          </p:nvPr>
        </p:nvSpPr>
        <p:spPr/>
        <p:txBody>
          <a:bodyPr/>
          <a:lstStyle/>
          <a:p>
            <a:pPr>
              <a:defRPr b="1" sz="2800">
                <a:solidFill>
                  <a:srgbClr val="005495"/>
                </a:solidFill>
                <a:latin typeface="Arial"/>
              </a:defRPr>
            </a:pPr>
            <a:r>
              <a:t>4-слайд: Пәнаралық байланыс: Сандар тізбегі және бір өлшемді массив</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Арифметикалық прогрессияның бірінші мүшесі 2, айырмасы 3 болсын. Алғашқы 5 мүшесін табайық: 2, 5, 8, 11, 14. Енді осы тізбекті информатикада бір өлшемді массив ретінде ұсынайық: array = [2, 5, 8, 11, 14]. Программалау тілдерінде (мысалы, Python) массив элементтерін оңай өңдеуге, қосындысын табуға немесе басқа да амалдар қолдануға болады. Бұл математикалық есептерді шешудің тиімді әдісі.</a:t>
            </a:r>
          </a:p>
        </p:txBody>
      </p:sp>
      <p:sp>
        <p:nvSpPr>
          <p:cNvPr id="3" name="Title 2"/>
          <p:cNvSpPr>
            <a:spLocks noGrp="1"/>
          </p:cNvSpPr>
          <p:nvPr>
            <p:ph type="title"/>
          </p:nvPr>
        </p:nvSpPr>
        <p:spPr/>
        <p:txBody>
          <a:bodyPr/>
          <a:lstStyle/>
          <a:p>
            <a:pPr>
              <a:defRPr b="1" sz="2800">
                <a:solidFill>
                  <a:srgbClr val="005495"/>
                </a:solidFill>
                <a:latin typeface="Arial"/>
              </a:defRPr>
            </a:pPr>
            <a:r>
              <a:t>5-слайд: Мысал: Арифметикалық прогрессияны массивке түрлендіру</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Информатика мен жаратылыстану пәндерінің байланысы оқу процесін қызықты әрі тиімді етеді. Алгебрадағы сандар тізбегі ұғымын информатикадағы массивтер арқылы модельдеу арқылы біз пәнаралық байланыстың маңыздылығын көрсетеміз. Бұл оқушылардың логикалық ойлау қабілетін дамытып, математикалық есептерді программалау арқылы шешуге үйретеді.</a:t>
            </a:r>
          </a:p>
        </p:txBody>
      </p:sp>
      <p:sp>
        <p:nvSpPr>
          <p:cNvPr id="3" name="Title 2"/>
          <p:cNvSpPr>
            <a:spLocks noGrp="1"/>
          </p:cNvSpPr>
          <p:nvPr>
            <p:ph type="title"/>
          </p:nvPr>
        </p:nvSpPr>
        <p:spPr/>
        <p:txBody>
          <a:bodyPr/>
          <a:lstStyle/>
          <a:p>
            <a:pPr>
              <a:defRPr b="1" sz="2800">
                <a:solidFill>
                  <a:srgbClr val="005495"/>
                </a:solidFill>
                <a:latin typeface="Arial"/>
              </a:defRPr>
            </a:pPr>
            <a:r>
              <a:t>6-слайд: Қорытынды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Назарыңызға рахмет! Сұрақтарыңыз болса, қоюға болады.</a:t>
            </a:r>
          </a:p>
          <a:p>
            <a:pPr>
              <a:spcAft>
                <a:spcPts val="800"/>
              </a:spcAft>
              <a:defRPr sz="1800">
                <a:latin typeface="Arial"/>
              </a:defRPr>
            </a:pPr>
            <a:r>
              <a:t>**Пайдаланылған әдебиеттер:**</a:t>
            </a:r>
          </a:p>
          <a:p>
            <a:pPr lvl="1">
              <a:spcAft>
                <a:spcPts val="800"/>
              </a:spcAft>
              <a:defRPr sz="1600">
                <a:latin typeface="Arial"/>
              </a:defRPr>
            </a:pPr>
            <a:r>
              <a:t>1.  Алгебра, 9-сынып, Ә.Е.Әбілқасымова, И.Бекбоев, А.Абдиев, З.Жұмағұлова, "Мектеп" баспасы, 2019 ж. (okulyk.kz)</a:t>
            </a:r>
          </a:p>
          <a:p>
            <a:pPr lvl="1">
              <a:spcAft>
                <a:spcPts val="800"/>
              </a:spcAft>
              <a:defRPr sz="1600">
                <a:latin typeface="Arial"/>
              </a:defRPr>
            </a:pPr>
            <a:r>
              <a:t>2.  Информатика, 9-сынып, Е.А.Вьюшкова, Н.В.Параскун, "Арман-ПВ" баспасы, 2019 ж. (okulyk.kz)</a:t>
            </a:r>
          </a:p>
        </p:txBody>
      </p:sp>
      <p:sp>
        <p:nvSpPr>
          <p:cNvPr id="3" name="Title 2"/>
          <p:cNvSpPr>
            <a:spLocks noGrp="1"/>
          </p:cNvSpPr>
          <p:nvPr>
            <p:ph type="title"/>
          </p:nvPr>
        </p:nvSpPr>
        <p:spPr/>
        <p:txBody>
          <a:bodyPr/>
          <a:lstStyle/>
          <a:p>
            <a:pPr>
              <a:defRPr b="1" sz="2800">
                <a:solidFill>
                  <a:srgbClr val="005495"/>
                </a:solidFill>
                <a:latin typeface="Arial"/>
              </a:defRPr>
            </a:pPr>
            <a:r>
              <a:t>7-слайд: Сұрақтар мен жауаптар</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