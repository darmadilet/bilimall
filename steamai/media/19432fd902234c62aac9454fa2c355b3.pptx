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7"/>
    <p:sldId id="258" r:id="rId8"/>
    <p:sldId id="259" r:id="rId9"/>
    <p:sldId id="260" r:id="rId10"/>
    <p:sldId id="261" r:id="rId11"/>
    <p:sldId id="262" r:id="rId12"/>
    <p:sldId id="263" r:id="rId13"/>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5" d="100"/>
          <a:sy n="95" d="100"/>
        </p:scale>
        <p:origin x="-1138"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
        <p:nvSpPr>
          <p:cNvPr id="7" name="Title 6"/>
          <p:cNvSpPr>
            <a:spLocks noGrp="1"/>
          </p:cNvSpPr>
          <p:nvPr>
            <p:ph type="title"/>
          </p:nvPr>
        </p:nvSpPr>
        <p:spPr/>
        <p:txBody>
          <a:bodyPr/>
          <a:lstStyle/>
          <a:p>
            <a:r>
              <a:rPr lang="ru-RU" smtClean="0"/>
              <a:t>Образец заголовка</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9" name="Content Placeholder 8"/>
          <p:cNvSpPr>
            <a:spLocks noGrp="1"/>
          </p:cNvSpPr>
          <p:nvPr>
            <p:ph sz="quarter" idx="13"/>
          </p:nvPr>
        </p:nvSpPr>
        <p:spPr>
          <a:xfrm>
            <a:off x="676655"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4C71EC6-210F-42DE-9C53-41977AD35B3D}" type="datetimeFigureOut">
              <a:rPr lang="ru-RU" smtClean="0"/>
              <a:t>16.05.2025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B4C71EC6-210F-42DE-9C53-41977AD35B3D}" type="datetimeFigureOut">
              <a:rPr lang="ru-RU" smtClean="0"/>
              <a:t>16.05.2025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B4C71EC6-210F-42DE-9C53-41977AD35B3D}" type="datetimeFigureOut">
              <a:rPr lang="ru-RU" smtClean="0"/>
              <a:t>16.05.2025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ru-RU" smtClean="0"/>
              <a:t>Образец заголовка</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ru-RU" smtClean="0"/>
              <a:t>Образец заголовка</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B4C71EC6-210F-42DE-9C53-41977AD35B3D}" type="datetimeFigureOut">
              <a:rPr lang="ru-RU" smtClean="0"/>
              <a:t>16.05.2025</a:t>
            </a:fld>
            <a:endParaRPr lang="ru-RU"/>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ru-RU"/>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B19B0651-EE4F-4900-A07F-96A6BFA9D0F0}" type="slidenum">
              <a:rPr lang="ru-RU" smtClean="0"/>
              <a:t>‹#›</a:t>
            </a:fld>
            <a:endParaRPr lang="ru-RU"/>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endParaRPr lang="ru-RU"/>
          </a:p>
        </p:txBody>
      </p:sp>
      <p:sp>
        <p:nvSpPr>
          <p:cNvPr id="3" name="Подзаголовок 2"/>
          <p:cNvSpPr>
            <a:spLocks noGrp="1"/>
          </p:cNvSpPr>
          <p:nvPr>
            <p:ph type="subTitle" idx="1"/>
          </p:nvPr>
        </p:nvSpPr>
        <p:spPr/>
        <p:txBody>
          <a:bodyPr/>
          <a:lstStyle/>
          <a:p>
            <a:endParaRPr lang="ru-RU"/>
          </a:p>
        </p:txBody>
      </p:sp>
    </p:spTree>
    <p:extLst>
      <p:ext uri="{BB962C8B-B14F-4D97-AF65-F5344CB8AC3E}">
        <p14:creationId xmlns:p14="http://schemas.microsoft.com/office/powerpoint/2010/main" val="3696362796"/>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"One-dimensional array, Algebra, Grade 9, number sequences"</a:t>
            </a:r>
          </a:p>
        </p:txBody>
      </p:sp>
      <p:sp>
        <p:nvSpPr>
          <p:cNvPr id="3" name="Subtitle 2"/>
          <p:cNvSpPr>
            <a:spLocks noGrp="1"/>
          </p:cNvSpPr>
          <p:nvPr>
            <p:ph type="subTitle" idx="1"/>
          </p:nvPr>
        </p:nvSpPr>
        <p:spPr/>
        <p:txBody>
          <a:bodyPr/>
          <a:lstStyle/>
          <a:p>
            <a:r>
              <a:t>Automatically generated presentation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**Тақырыбы: Сан тізбектері және бірөлшемді массивтер: Алгебра мен Информатиканың байланысы**</a:t>
            </a:r>
          </a:p>
          <a:p>
            <a:pPr>
              <a:spcAft>
                <a:spcPts val="800"/>
              </a:spcAft>
              <a:defRPr sz="1800">
                <a:latin typeface="Arial"/>
              </a:defRPr>
            </a:pPr>
            <a:r>
              <a:t>Бұл презентацияда біз математиканың маңызды бөлімі – алгебрадағы сан тізбектері ұғымы мен информатикадағы бірөлшемді массивтер арасындағы тығыз байланысты қарастырамыз. Біз осы екі пәннің қалай өзара толықтыратынын және бір-біріне қолдау көрсететінін көрсетеміз. Бұл байланысты түсіну оқушыларға алгебралық есептерді шешуде информатика құралдарын қолдану арқылы кешенді көзқарас қалыптастыруға көмектеседі. Осылайша, біз теориялық білімді практикалық қолданыспен ұштастырудың маңыздылығын көрсетеміз.</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1-slide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**Негізгі ұғым 1: Сан тізбектері (Алгебра, 9-сынып)**</a:t>
            </a:r>
          </a:p>
          <a:p>
            <a:pPr>
              <a:spcAft>
                <a:spcPts val="800"/>
              </a:spcAft>
              <a:defRPr sz="1800">
                <a:latin typeface="Arial"/>
              </a:defRPr>
            </a:pPr>
            <a:r>
              <a:t>Алгебрада сан тізбегі деп белгілі бір ереже бойынша орналасқан сандардың реттелген тізімін айтамыз. Әрбір сан тізбектің мүшесі деп аталады және оның реттік нөмірі болады, мысалы, $a_1, a_2, a_3, \dots, a_n, \dots$. Тізбектер арифметикалық прогрессия (әрбір келесі мүше алдыңғы мүшеге тұрақты санды қосу арқылы алынады) немесе геометриялық прогрессия (әрбір келесі мүше алдыңғы мүшені тұрақты санға көбейту арқылы алынады) сияқты түрлерге бөлінеді. Тізбектің n-ші мүшесін табу формуласы ($a_n$) оның жалпы ережесін анықтайды және есептеулерде жиі қолданылады.</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2-slide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**Негізгі ұғым 2: Бірөлшемді массивтер (Информатика, 9-сынып)**</a:t>
            </a:r>
          </a:p>
          <a:p>
            <a:pPr>
              <a:spcAft>
                <a:spcPts val="800"/>
              </a:spcAft>
              <a:defRPr sz="1800">
                <a:latin typeface="Arial"/>
              </a:defRPr>
            </a:pPr>
            <a:r>
              <a:t>Информатикада бірөлшемді массив – бұл бір типтегі деректер элементтерінің реттелген жиынтығы. Массивтің әрбір элементі өзінің индексі (реттік нөмірі) арқылы қолжетімді болады, бұл индекстер әдетте 0-ден немесе 1-ден басталып, массивтің соңына дейін жалғасады. Мысалы, `A[0], A[1], A[2], ...` сияқты. Бірөлшемді массивтер деректерді тізбекті түрде сақтауға және өңдеуге арналған тиімді құрал болып табылады. Олар бағдарламалауда деректердің үлкен көлемін ұйымдастыру және олармен жұмыс істеу үшін кеңінен қолданылады.</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3-slide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**Пәнаралық байланыс: Сан тізбектері мен массивтер**</a:t>
            </a:r>
          </a:p>
          <a:p>
            <a:pPr>
              <a:spcAft>
                <a:spcPts val="800"/>
              </a:spcAft>
              <a:defRPr sz="1800">
                <a:latin typeface="Arial"/>
              </a:defRPr>
            </a:pPr>
            <a:r>
              <a:t>Сан тізбектері мен бірөлшемді массивтер арасында тікелей және өте маңызды байланыс бар. Кез келген сан тізбегін информатикада бірөлшемді массив арқылы көрсетуге болады. Бұл жерде тізбектің әрбір мүшесі массивтің бір элементіне сәйкес келеді, ал тізбек мүшесінің реттік нөмірі массив элементінің индексі ретінде қызмет етеді. Осылайша, алгебрадағы абстрактілі сан тізбектерін информатиканың көмегімен нақты деректер құрылымына айналдырып, оларды бағдарламалық түрде өңдеуге, талдауға және есептеулер жүргізуге мүмкіндік туады.</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4-slide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**Мысал: Арифметикалық прогрессияны массивте көрсету**</a:t>
            </a:r>
          </a:p>
          <a:p>
            <a:pPr>
              <a:spcAft>
                <a:spcPts val="800"/>
              </a:spcAft>
              <a:defRPr sz="1800">
                <a:latin typeface="Arial"/>
              </a:defRPr>
            </a:pPr>
            <a:r>
              <a:t>Мысалы, бірінші мүшесі $a_1 = 3$-ке тең және айырмасы $d = 2$-ге тең арифметикалық прогрессияны қарастырайық: $3, 5, 7, 9, 11, \dots$. Бұл тізбектің алғашқы бес мүшесін бірөлшемді массивте келесідей сақтауға болады: `A = [3, 5, 7, 9, 11]`. Мұнда `A[0]` (немесе `A[1]` бағдарламалау тіліне байланысты) тізбектің бірінші мүшесін (3), `A[1]` екінші мүшесін (5) және т.б. білдіреді. Бағдарламалауда осы массивті пайдаланып, тізбектің алғашқы N мүшесінің қосындысын табуға немесе белгілі бір шартқа сәйкес келетін мүшелерді анықтауға арналған алгоритмдерді оңай құруға болады.</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5-slide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**Қорытынды**</a:t>
            </a:r>
          </a:p>
          <a:p>
            <a:pPr>
              <a:spcAft>
                <a:spcPts val="800"/>
              </a:spcAft>
              <a:defRPr sz="1800">
                <a:latin typeface="Arial"/>
              </a:defRPr>
            </a:pPr>
            <a:r>
              <a:t>Қорытындылай келе, сан тізбектері мен бірөлшемді массивтер арасындағы байланыс математикалық ұғымдарды информатика құралдары арқылы модельдеудің және шешудің маңызды мысалы болып табылады. Бұл байланыс оқушыларға алгебралық есептерді шешуде бағдарламалаудың практикалық маңызын түсінуге және логикалық ойлау қабілеттерін дамытуға мүмкіндік береді. Информатика математикалық теорияларды нақты әлемде қолдануға арналған қуатты құралдарды ұсына отырып, екі пәннің де тереңірек игерілуіне ықпал етеді.</a:t>
            </a:r>
          </a:p>
          <a:p>
            <a:pPr lvl="1">
              <a:spcAft>
                <a:spcPts val="800"/>
              </a:spcAft>
              <a:defRPr sz="1600">
                <a:latin typeface="Arial"/>
              </a:defRPr>
            </a:pPr>
            <a:r>
              <a:t>---</a:t>
            </a:r>
          </a:p>
          <a:p>
            <a:pPr>
              <a:spcAft>
                <a:spcPts val="800"/>
              </a:spcAft>
              <a:defRPr sz="1800">
                <a:latin typeface="Arial"/>
              </a:defRPr>
            </a:pPr>
            <a:r>
              <a:t>**Пайдаланылған әдебиеттер:**</a:t>
            </a:r>
          </a:p>
          <a:p>
            <a:pPr lvl="1">
              <a:spcAft>
                <a:spcPts val="800"/>
              </a:spcAft>
              <a:defRPr sz="1600">
                <a:latin typeface="Arial"/>
              </a:defRPr>
            </a:pPr>
            <a:r>
              <a:t>1.  **Алгебра, 9-сынып.** Оқулық. Әбілқасымова А.Е., Бекбоев И.Б., Абдиев А.А., Жұмағұлова З.Ә. "Мектеп" баспасы, 2019 ж.</a:t>
            </a:r>
          </a:p>
          <a:p>
            <a:pPr lvl="1">
              <a:spcAft>
                <a:spcPts val="800"/>
              </a:spcAft>
              <a:defRPr sz="1600">
                <a:latin typeface="Arial"/>
              </a:defRPr>
            </a:pPr>
            <a:r>
              <a:t>2.  **Информатика, 9-сынып.** Оқулық. Сапарғалиева Б.С., Матаева Г.А., Кадиркулов Р.К. "Арман-ПВ" баспасы, 2019 ж.</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6-slide</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Волна">
  <a:themeElements>
    <a:clrScheme name="Волна">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Волна">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Волна">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0</TotalTime>
  <Words>0</Words>
  <Application>Microsoft Office PowerPoint</Application>
  <PresentationFormat>Экран (4:3)</PresentationFormat>
  <Paragraphs>0</Paragraphs>
  <Slides>1</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vt:i4>
      </vt:variant>
    </vt:vector>
  </HeadingPairs>
  <TitlesOfParts>
    <vt:vector size="2" baseType="lpstr">
      <vt:lpstr>Волна</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cp:lastModifiedBy>adile</cp:lastModifiedBy>
  <cp:revision>1</cp:revision>
  <dcterms:modified xsi:type="dcterms:W3CDTF">2025-05-16T13:14:50Z</dcterms:modified>
</cp:coreProperties>
</file>