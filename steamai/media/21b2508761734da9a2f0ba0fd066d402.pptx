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B0F0"/>
                </a:solidFill>
              </a:defRPr>
            </a:pPr>
            <a:r>
              <a:t>💻 Бір өлшемді массив, Алгебра, 9 сынып, сандар тізбегі"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B0F0"/>
                </a:solidFill>
              </a:defRPr>
            </a:pPr>
            <a:r>
              <a:t>BilimAll AI арқылы жасалған презентация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0F0"/>
                </a:solidFill>
              </a:defRPr>
            </a:pPr>
            <a:r>
              <a:t>1-слайд: Тақырып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**Информатика және жаратылыстану пәндерінің байланысы: Бір өлшемді массивтерді алгебралық есептерді шешуде қолдану**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*Презентация 9-сынып оқушыларына арналған*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0F0"/>
                </a:solidFill>
              </a:defRPr>
            </a:pPr>
            <a:r>
              <a:t>2-слайд: Бір өлшемді массив дегеніміз не?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**Анықтама:** Бір өлшемді массив – бірдей типтегі элементтердің реттелген тізбегі. Әрбір элементтің өз индексі болады.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**Мысал:** Сандар тізбегі: [2, 4, 6, 8, 10] – бір өлшемді массив.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**Қолданылуы:** Деректерді сақтау және өңдеу, есептеулер жүргізу, іздеу және сұрыптау.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0F0"/>
                </a:solidFill>
              </a:defRPr>
            </a:pPr>
            <a:r>
              <a:t>3-слайд: Алгебра және сандар тізбегі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**Сандар тізбегі:** Белгілі бір заңдылықпен реттелген сандар жиынтығы.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**Арифметикалық прогрессия:** Әрбір келесі мүшесі алдыңғысынан тұрақты санға артық болатын тізбек. Мысалы: 1, 3, 5, 7, 9...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**Геометриялық прогрессия:** Әрбір келесі мүшесі алдыңғысын тұрақты санға көбейту арқылы алынатын тізбек. Мысалы: 2, 4, 8, 16, 32...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0F0"/>
                </a:solidFill>
              </a:defRPr>
            </a:pPr>
            <a:r>
              <a:t>4-слайд: Бір өлшемді массивтерді алгебралық есептерді шешуде қолдану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**Арифметикалық прогрессияның қосындысын табу:**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Массивті арифметикалық прогрессияның мүшелерімен толтыру.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Массив элементтерін қосу арқылы қосындыны табу.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**Геометриялық прогрессияның мүшелерін есептеу:**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Массивті геометриялық прогрессияның мүшелерімен толтыру.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Белгілі бір индекстегі мүшені табу.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0F0"/>
                </a:solidFill>
              </a:defRPr>
            </a:pPr>
            <a:r>
              <a:t>5-слайд: Мысал есеп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**Есеп:** Арифметикалық прогрессияның алғашқы 10 мүшесінің қосындысын табыңыз, егер бірінші мүшесі 2-ге тең, ал айырмасы 3-ке тең болса.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**Шешуі:**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1.  Массив құру: [2, 5, 8, 11, 14, 17, 20, 23, 26, 29]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2.  Массив элементтерін қосу: 2 + 5 + 8 + 11 + 14 + 17 + 20 + 23 + 26 + 29 = 155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*   **Жауабы:** 155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Бұл презентация мәтіні сізге көмектеседі деп үміттенемін! Сәттілік!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