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*Тақырыбы:* Информатика және алгебра пәндерінің байланысы: бір өлшемді массивтерді сандар тізбегімен шешу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*Мақсаты:* Оқушыларға информатика мен алгебра пәндерінің өзара байланысын көрсету, бір өлшемді массивтерді сандар тізбегімен шешудің практикалық маңыздылығын түсіндіру.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*Міндеттері:*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 және сандар тізбегі ұғымдарын қайталау.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Алгебралық есептерді шешуде информатикалық тәсілдерді қолдану жолдарын көрсету.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Нақты мысалдар арқылы пәнаралық байланыстың тиімділігін дәлелдеу.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Оқушылардың пәндерге деген қызығушылығын арттыру.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*Негізгі ұғымдар: Бір өлшемді массив*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 (немесе вектор) – бір типті элементтердің реттелген тізбегі. Әрбір элементтің өз индексі болады, ол арқылы элементке қатынауға болады. Мысалы, сандар массиві: [2, 4, 6, 8, 10].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Массивтер информатикада мәліметтерді сақтау және өңдеу үшін кеңінен қолданылады. Олардың көмегімен іздеу, сұрыптау, математикалық амалдар жасау және т.б. әрекеттерді орындауға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*Негізгі ұғымдар: Сандар тізбегі*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Алгебрада сандар тізбегі – белгілі бір заңдылықпен реттелген сандардың жиынтығы. Сандар тізбегінің мысалдары: арифметикалық прогрессия, геометриялық прогрессия, Фибоначчи сандары және т.б.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Сандар тізбегін зерттеу заңдылықтарды анықтауға, болжамдар жасауға және әртүрлі математикалық есептерді шешуге мүмкіндік береді.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*Пәндік байланыс: Алгебра және информатика*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алгебралық есептерді шешу үшін қуатты құралдар ұсынады. Бір өлшемді массивтерді қолдану арқылы сандар тізбектерін сақтауға, өңдеуге және талдауға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Мысалы, арифметикалық прогрессияның алғашқы n мүшесінің қосындысын табу үшін массивті қолдануға болады. Әрбір мүшені массивке сақтап, қосындысын есептеу алгоритмін құруға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*Мысал: Арифметикалық прогрессияны есептеу*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прогрессия берілген: 2, 5, 8, 11, 14…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Бірінші мүшесі (a1) = 2, айырмасы (d) = 3. Алғашқы 10 мүшесінің қосындысын табу керек.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Информатикалық шешімі: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Массив құру: [2, 5, 8, 11, 14, 17, 20, 23, 26, 29]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Массив элементтерін қосу арқылы қосындыны табу: 2 + 5 + 8 + 11 + 14 + 17 + 20 + 23 + 26 + 29 = 155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Алгебралық формуламен есептеу: Sn = (2a1 + (n-1)d) * n / 2 = (2*2 + (10-1)*3) * 10 / 2 = 155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*Қорытынды*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және алгебра пәндері өзара тығыз байланысты. Информатикалық тәсілдер алгебралық есептерді шешуді жеңілдетіп, тиімділігін арттырады. Бір өлшемді массивтерді қолдану сандар тізбектерін өңдеудің қуатты құралы болып табылады.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Осылайша, оқушылар пәнаралық байланысты түсіну арқылы білімдерін тереңдетіп, практикалық дағдыларын дамытады.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**Пайдаланылған әдебиеттер:**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Информатика. 9 сынып. Авторы: Е.А.Вьюшкова, Н.В.Богомолова. "Арман-ПВ" баспасы, 2019 жыл. (okulyk.kz)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Алгебра. 9 сынып. Авторы: А.Е.Әбілқасымова, И.Бекбоев, А.Абдиев, З.Жұмағұлова. "Мектеп" баспасы, 2019 жыл. (okulyk.kz)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