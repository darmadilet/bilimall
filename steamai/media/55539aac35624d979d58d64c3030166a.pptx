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пәндерінің байланысы: Бір өлшемді массивтерді алгебралық есептерді шешуде қолдану</a:t>
            </a:r>
          </a:p>
          <a:p>
            <a:pPr>
              <a:spcAft>
                <a:spcPts val="800"/>
              </a:spcAft>
              <a:defRPr sz="1800">
                <a:latin typeface="Arial"/>
              </a:defRPr>
            </a:pPr>
            <a:r>
              <a:t>Мақсаты: Бір өлшемді массивтердің алгебрамен байланысын ашып көрсету, оқушылардың пәнаралық байланыс туралы түсінігін кеңейту және практикалық дағдыларын дамыту.</a:t>
            </a:r>
          </a:p>
          <a:p>
            <a:pPr>
              <a:spcAft>
                <a:spcPts val="800"/>
              </a:spcAft>
              <a:defRPr sz="1800">
                <a:latin typeface="Arial"/>
              </a:defRPr>
            </a:pPr>
            <a:r>
              <a:t>Міндеттері:</a:t>
            </a:r>
          </a:p>
          <a:p>
            <a:pPr>
              <a:spcAft>
                <a:spcPts val="800"/>
              </a:spcAft>
              <a:defRPr sz="1800">
                <a:latin typeface="Arial"/>
              </a:defRPr>
            </a:pPr>
            <a:r>
              <a:t>*   Бір өлшемді массив ұғымын қайталау және тереңдету.</a:t>
            </a:r>
          </a:p>
          <a:p>
            <a:pPr>
              <a:spcAft>
                <a:spcPts val="800"/>
              </a:spcAft>
              <a:defRPr sz="1800">
                <a:latin typeface="Arial"/>
              </a:defRPr>
            </a:pPr>
            <a:r>
              <a:t>*   Алгебра пәнінен сандар тізбегі тақырыбын еске түсіру.</a:t>
            </a:r>
          </a:p>
          <a:p>
            <a:pPr>
              <a:spcAft>
                <a:spcPts val="800"/>
              </a:spcAft>
              <a:defRPr sz="1800">
                <a:latin typeface="Arial"/>
              </a:defRPr>
            </a:pPr>
            <a:r>
              <a:t>*   Бір өлшемді массивтерді сандар тізбегімен байланыстыра отырып, есептер шығару жолдарын көрсету.</a:t>
            </a:r>
          </a:p>
          <a:p>
            <a:pPr>
              <a:spcAft>
                <a:spcPts val="800"/>
              </a:spcAft>
              <a:defRPr sz="1800">
                <a:latin typeface="Arial"/>
              </a:defRPr>
            </a:pPr>
            <a:r>
              <a:t>*   Оқушылардың логикалық ойлау қабілеттерін дамыту.</a:t>
            </a:r>
          </a:p>
          <a:p>
            <a:pPr>
              <a:spcAft>
                <a:spcPts val="800"/>
              </a:spcAft>
              <a:defRPr sz="1800">
                <a:latin typeface="Arial"/>
              </a:defRPr>
            </a:pPr>
            <a:r>
              <a:t>*   Информатика мен жаратылыстану пәндерінің өзара байланысын түсіндіру.</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Информатика: Ақпаратты жинау, сақтау, өңдеу және тарату әдістерін зерттейтін ғылым.</a:t>
            </a:r>
          </a:p>
          <a:p>
            <a:pPr>
              <a:spcAft>
                <a:spcPts val="800"/>
              </a:spcAft>
              <a:defRPr sz="1800">
                <a:latin typeface="Arial"/>
              </a:defRPr>
            </a:pPr>
            <a:r>
              <a:t>*   Массив: Бір типтегі мәліметтердің реттелген жиынтығы. Бір өлшемді массив – бір қатарда орналасқан элементтерден тұратын массив.</a:t>
            </a:r>
          </a:p>
          <a:p>
            <a:pPr>
              <a:spcAft>
                <a:spcPts val="800"/>
              </a:spcAft>
              <a:defRPr sz="1800">
                <a:latin typeface="Arial"/>
              </a:defRPr>
            </a:pPr>
            <a:r>
              <a:t>*   Индекс: Массивтегі әрбір элементтің реттік нөмірі.</a:t>
            </a:r>
          </a:p>
          <a:p>
            <a:pPr>
              <a:spcAft>
                <a:spcPts val="800"/>
              </a:spcAft>
              <a:defRPr sz="1800">
                <a:latin typeface="Arial"/>
              </a:defRPr>
            </a:pPr>
            <a:r>
              <a:t>*   Алгебра: Математиканың сандар мен олардың арасындағы амалдарды зерттейтін бөлімі.</a:t>
            </a:r>
          </a:p>
          <a:p>
            <a:pPr>
              <a:spcAft>
                <a:spcPts val="800"/>
              </a:spcAft>
              <a:defRPr sz="1800">
                <a:latin typeface="Arial"/>
              </a:defRPr>
            </a:pPr>
            <a:r>
              <a:t>*   Сандар тізбегі: Белгілі бір заңдылықпен реттелген сандардың тізбегі. Мысалы: арифметикалық прогрессия, геометриялық прогрессия.</a:t>
            </a:r>
          </a:p>
          <a:p>
            <a:pPr>
              <a:spcAft>
                <a:spcPts val="800"/>
              </a:spcAft>
              <a:defRPr sz="1800">
                <a:latin typeface="Arial"/>
              </a:defRPr>
            </a:pPr>
            <a:r>
              <a:t>**(Дереккөз: Информатика, 9-сынып, Ә.Е.Бөрібаев, Б.Б.Бөрібаев, "Атамұра" баспасы)**</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Пәнаралық байланыс:</a:t>
            </a:r>
          </a:p>
          <a:p>
            <a:pPr>
              <a:spcAft>
                <a:spcPts val="800"/>
              </a:spcAft>
              <a:defRPr sz="1800">
                <a:latin typeface="Arial"/>
              </a:defRPr>
            </a:pPr>
            <a:r>
              <a:t>Информатика мен алгебраның байланысы өте тығыз. Бір жағынан, алгебралық есептерді шешу үшін информатикалық құралдарды (компьютер, бағдарламалау тілдері) пайдалануға болады. Екінші жағынан, информатиканың көптеген алгоритмдері мен мәліметтер құрылымдары алгебралық заңдылықтарға негізделген.</a:t>
            </a:r>
          </a:p>
          <a:p>
            <a:pPr>
              <a:spcAft>
                <a:spcPts val="800"/>
              </a:spcAft>
              <a:defRPr sz="1800">
                <a:latin typeface="Arial"/>
              </a:defRPr>
            </a:pPr>
            <a:r>
              <a:t>Бір өлшемді массивтер – сандар тізбегін сақтау және өңдеу үшін өте қолайлы құрылым. Мысалы, арифметикалық прогрессияның мүшелерін массивке сақтап, олармен әртүрлі амалдар (қосу, көбейту, орташа мәнді табу және т.б.) орындауға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прогрессияның бірінші мүшесі 3-ке, ал айырмасы 2-ге тең. Осы прогрессияның алғашқы 10 мүшесін бір өлшемді массивке сақтаңыз және олардың қосындысын табыңыз.</a:t>
            </a:r>
          </a:p>
          <a:p>
            <a:pPr>
              <a:spcAft>
                <a:spcPts val="800"/>
              </a:spcAft>
              <a:defRPr sz="1800">
                <a:latin typeface="Arial"/>
              </a:defRPr>
            </a:pPr>
            <a:r>
              <a:t>Шешуі:</a:t>
            </a:r>
          </a:p>
          <a:p>
            <a:pPr lvl="1">
              <a:spcAft>
                <a:spcPts val="800"/>
              </a:spcAft>
              <a:defRPr sz="1600">
                <a:latin typeface="Arial"/>
              </a:defRPr>
            </a:pPr>
            <a:r>
              <a:t>1.  Массивтің өлшемін анықтаймыз: n = 10.</a:t>
            </a:r>
          </a:p>
          <a:p>
            <a:pPr lvl="1">
              <a:spcAft>
                <a:spcPts val="800"/>
              </a:spcAft>
              <a:defRPr sz="1600">
                <a:latin typeface="Arial"/>
              </a:defRPr>
            </a:pPr>
            <a:r>
              <a:t>2.  Массивтің бірінші элементін енгіземіз: a[1] = 3.</a:t>
            </a:r>
          </a:p>
          <a:p>
            <a:pPr lvl="1">
              <a:spcAft>
                <a:spcPts val="800"/>
              </a:spcAft>
              <a:defRPr sz="1600">
                <a:latin typeface="Arial"/>
              </a:defRPr>
            </a:pPr>
            <a:r>
              <a:t>3.  Цикл арқылы қалған элементтерді есептейміз: a[i] = a[i-1] + 2, мұндағы i = 2, 3, ..., 10.</a:t>
            </a:r>
          </a:p>
          <a:p>
            <a:pPr>
              <a:spcAft>
                <a:spcPts val="800"/>
              </a:spcAft>
              <a:defRPr sz="1800">
                <a:latin typeface="Arial"/>
              </a:defRPr>
            </a:pPr>
            <a:r>
              <a:t>4.  Массив элементтерінің қосындысын есептейміз: S = a[1] + a[2] + ... + a[10].</a:t>
            </a:r>
          </a:p>
          <a:p>
            <a:pPr>
              <a:spcAft>
                <a:spcPts val="800"/>
              </a:spcAft>
              <a:defRPr sz="1800">
                <a:latin typeface="Arial"/>
              </a:defRPr>
            </a:pPr>
            <a:r>
              <a:t>Бұл есепті Python, Pascal немесе басқа бағдарламалау тілінде кодтауға болады.</a:t>
            </a:r>
          </a:p>
          <a:p>
            <a:pPr>
              <a:spcAft>
                <a:spcPts val="800"/>
              </a:spcAft>
              <a:defRPr sz="1800">
                <a:latin typeface="Arial"/>
              </a:defRPr>
            </a:pPr>
            <a:r>
              <a:t>**(Дереккөз: Алгебра, 9-сынып, Ә.Н.Шыныбеков, Д.Ә.Шыныбеков, "Атамұра" баспасы)**</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Python кодымен шешімі:</a:t>
            </a:r>
          </a:p>
          <a:p>
            <a:pPr>
              <a:spcAft>
                <a:spcPts val="800"/>
              </a:spcAft>
              <a:defRPr sz="1800">
                <a:latin typeface="Arial"/>
              </a:defRPr>
            </a:pPr>
            <a:r>
              <a:t>```python</a:t>
            </a:r>
          </a:p>
          <a:p>
            <a:pPr>
              <a:spcAft>
                <a:spcPts val="800"/>
              </a:spcAft>
              <a:defRPr sz="1800">
                <a:latin typeface="Arial"/>
              </a:defRPr>
            </a:pPr>
            <a:r>
              <a:t>a = [0] * 10 # 10 элементтен тұратын массив құру</a:t>
            </a:r>
          </a:p>
          <a:p>
            <a:pPr>
              <a:spcAft>
                <a:spcPts val="800"/>
              </a:spcAft>
              <a:defRPr sz="1800">
                <a:latin typeface="Arial"/>
              </a:defRPr>
            </a:pPr>
            <a:r>
              <a:t>a[0] = 3 # Бірінші элементті орнату</a:t>
            </a:r>
          </a:p>
          <a:p>
            <a:pPr>
              <a:spcAft>
                <a:spcPts val="800"/>
              </a:spcAft>
              <a:defRPr sz="1800">
                <a:latin typeface="Arial"/>
              </a:defRPr>
            </a:pPr>
            <a:r>
              <a:t>for i in range(1, 10):</a:t>
            </a:r>
          </a:p>
          <a:p>
            <a:pPr>
              <a:spcAft>
                <a:spcPts val="800"/>
              </a:spcAft>
              <a:defRPr sz="1800">
                <a:latin typeface="Arial"/>
              </a:defRPr>
            </a:pPr>
            <a:r>
              <a:t>a[i] = a[i-1] + 2</a:t>
            </a:r>
          </a:p>
          <a:p>
            <a:pPr>
              <a:spcAft>
                <a:spcPts val="800"/>
              </a:spcAft>
              <a:defRPr sz="1800">
                <a:latin typeface="Arial"/>
              </a:defRPr>
            </a:pPr>
            <a:r>
              <a:t>total = sum(a) # Барлық элементтердің қосындысын есептеу</a:t>
            </a:r>
          </a:p>
          <a:p>
            <a:pPr>
              <a:spcAft>
                <a:spcPts val="800"/>
              </a:spcAft>
              <a:defRPr sz="1800">
                <a:latin typeface="Arial"/>
              </a:defRPr>
            </a:pPr>
            <a:r>
              <a:t>print("Массив:", a)</a:t>
            </a:r>
          </a:p>
          <a:p>
            <a:pPr>
              <a:spcAft>
                <a:spcPts val="800"/>
              </a:spcAft>
              <a:defRPr sz="1800">
                <a:latin typeface="Arial"/>
              </a:defRPr>
            </a:pPr>
            <a:r>
              <a:t>print("Қосынды:", total)</a:t>
            </a:r>
          </a:p>
          <a:p>
            <a:pPr>
              <a:spcAft>
                <a:spcPts val="800"/>
              </a:spcAft>
              <a:defRPr sz="1800">
                <a:latin typeface="Arial"/>
              </a:defRPr>
            </a:pPr>
            <a:r>
              <a:t>```</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Біз бүгін информатика мен алгебра пәндерінің өзара байланысын қарастырдық. Бір өлшемді массивтердің көмегімен сандар тізбегіне қатысты есептерді тиімді шешуге болатынын көрдік. Бұл білім сіздерге информатикалық жобаларды жасауда және математикалық есептерді шешуде көмектеседі деп сенемін. Пәнаралық байланысты терең түсіну – заманауи білім берудің маңызды бөлігі.</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9-сынып, Ә.Е.Бөрібаев, Б.Б.Бөрібаев, "Атамұра" баспасы.</a:t>
            </a:r>
          </a:p>
          <a:p>
            <a:pPr lvl="1">
              <a:spcAft>
                <a:spcPts val="800"/>
              </a:spcAft>
              <a:defRPr sz="1600">
                <a:latin typeface="Arial"/>
              </a:defRPr>
            </a:pPr>
            <a:r>
              <a:t>2.  Алгебра, 9-сынып, Ә.Н.Шыныбеков, Д.Ә.Шыныбеков, "Атамұра" баспасы.</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