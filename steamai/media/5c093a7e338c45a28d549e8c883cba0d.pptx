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алгебра пәндерінің байланысы: Бір өлшемді массивтерді сандар тізбегімен шешу</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мен алгебра пәндерінің тығыз байланысын, атап айтқанда, информатикадағы бір өлшемді массивтердің алгебрадағы сандар тізбегімен қалай шешілетінін қарастырамыз. Бұл байланыс оқушылардың логикалық ойлау қабілетін дамытып, екі пәннің де маңыздылығын тереңірек түсінуге көмектеседі. Біздің мақсатымыз – оқушыларға теориялық білімдерін практикада қолдануға мүмкіндік беру және пәнаралық байланыстың артықшылықтарын көрсету.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Бір типтегі деректердің реттелген тізбегі. Әрбір элементтің өз индексі болады, ол арқылы элементке қатынауға болады. Мысалы, [1, 2, 3, 4, 5] – бүтін сандардан тұратын бір өлшемді массив.</a:t>
            </a:r>
          </a:p>
          <a:p>
            <a:pPr>
              <a:spcAft>
                <a:spcPts val="800"/>
              </a:spcAft>
              <a:defRPr sz="1800">
                <a:latin typeface="Arial"/>
              </a:defRPr>
            </a:pPr>
            <a:r>
              <a:t>*   Сандар тізбегі: Белгілі бір заңдылықпен реттелген сандардың жиынтығы. Мысалы, арифметикалық прогрессия (2, 4, 6, 8, ...) немесе геометриялық прогрессия (1, 2, 4, 8, ...).</a:t>
            </a:r>
          </a:p>
          <a:p>
            <a:pPr>
              <a:spcAft>
                <a:spcPts val="800"/>
              </a:spcAft>
              <a:defRPr sz="1800">
                <a:latin typeface="Arial"/>
              </a:defRPr>
            </a:pPr>
            <a:r>
              <a:t>*   Индекс: Массивтегі элементтің орнын көрсететін бүтін сан. Индекстер әдетте 0-ден басталады.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Алгебрадағы сандар тізбегін информатикада бір өлшемді массив ретінде көрсетуге болады. Массивтің әрбір элементі сандар тізбегінің мүшесі болып табылады. Осылайша, сандар тізбегімен байланысты есептерді шешу үшін массивтерді қолдануға болады. Мысалы, арифметикалық прогрессияның n-ші мүшесін табу, массив элементтерінің қосындысын есептеу, ең үлкен немесе ең кіші элементті табу сияқты есептерді программалау арқылы шешуге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прогрессияның алғашқы n мүшесінің қосындысын есептеу.</a:t>
            </a:r>
          </a:p>
          <a:p>
            <a:pPr>
              <a:spcAft>
                <a:spcPts val="800"/>
              </a:spcAft>
              <a:defRPr sz="1800">
                <a:latin typeface="Arial"/>
              </a:defRPr>
            </a:pPr>
            <a:r>
              <a:t>Алгебралық шешімі: S = n/2 * (2a + (n-1)d), мұндағы a – бірінші мүше, d – айырмашылық, n – мүшелер саны.</a:t>
            </a:r>
          </a:p>
          <a:p>
            <a:pPr>
              <a:spcAft>
                <a:spcPts val="800"/>
              </a:spcAft>
              <a:defRPr sz="1800">
                <a:latin typeface="Arial"/>
              </a:defRPr>
            </a:pPr>
            <a:r>
              <a:t>Информатикалық шешімі (Python тілінде):</a:t>
            </a:r>
          </a:p>
          <a:p>
            <a:pPr>
              <a:spcAft>
                <a:spcPts val="800"/>
              </a:spcAft>
              <a:defRPr sz="1800">
                <a:latin typeface="Arial"/>
              </a:defRPr>
            </a:pPr>
            <a:r>
              <a:t>```python</a:t>
            </a:r>
          </a:p>
          <a:p>
            <a:pPr>
              <a:spcAft>
                <a:spcPts val="800"/>
              </a:spcAft>
              <a:defRPr sz="1800">
                <a:latin typeface="Arial"/>
              </a:defRPr>
            </a:pPr>
            <a:r>
              <a:t>def sum_arithmetic_progression(a, d, n):</a:t>
            </a:r>
          </a:p>
          <a:p>
            <a:pPr>
              <a:spcAft>
                <a:spcPts val="800"/>
              </a:spcAft>
              <a:defRPr sz="1800">
                <a:latin typeface="Arial"/>
              </a:defRPr>
            </a:pPr>
            <a:r>
              <a:t>arr = [a + i * d for i in range(n)]</a:t>
            </a:r>
          </a:p>
          <a:p>
            <a:pPr>
              <a:spcAft>
                <a:spcPts val="800"/>
              </a:spcAft>
              <a:defRPr sz="1800">
                <a:latin typeface="Arial"/>
              </a:defRPr>
            </a:pPr>
            <a:r>
              <a:t>return sum(arr)</a:t>
            </a:r>
          </a:p>
          <a:p>
            <a:pPr>
              <a:spcAft>
                <a:spcPts val="800"/>
              </a:spcAft>
              <a:defRPr sz="1800">
                <a:latin typeface="Arial"/>
              </a:defRPr>
            </a:pPr>
            <a:r>
              <a:t>a = 2 # Бірінші мүше</a:t>
            </a:r>
          </a:p>
          <a:p>
            <a:pPr>
              <a:spcAft>
                <a:spcPts val="800"/>
              </a:spcAft>
              <a:defRPr sz="1800">
                <a:latin typeface="Arial"/>
              </a:defRPr>
            </a:pPr>
            <a:r>
              <a:t>d = 3 # Айырмашылық</a:t>
            </a:r>
          </a:p>
          <a:p>
            <a:pPr>
              <a:spcAft>
                <a:spcPts val="800"/>
              </a:spcAft>
              <a:defRPr sz="1800">
                <a:latin typeface="Arial"/>
              </a:defRPr>
            </a:pPr>
            <a:r>
              <a:t>n = 5 # Мүшелер саны</a:t>
            </a:r>
          </a:p>
          <a:p>
            <a:pPr>
              <a:spcAft>
                <a:spcPts val="800"/>
              </a:spcAft>
              <a:defRPr sz="1800">
                <a:latin typeface="Arial"/>
              </a:defRPr>
            </a:pPr>
            <a:r>
              <a:t>result = sum_arithmetic_progression(a, d, n)</a:t>
            </a:r>
          </a:p>
          <a:p>
            <a:pPr>
              <a:spcAft>
                <a:spcPts val="800"/>
              </a:spcAft>
              <a:defRPr sz="1800">
                <a:latin typeface="Arial"/>
              </a:defRPr>
            </a:pPr>
            <a:r>
              <a:t>print(f"Арифметикалық прогрессияның алғашқы {n} мүшесінің қосындысы: {result}")</a:t>
            </a:r>
          </a:p>
          <a:p>
            <a:pPr>
              <a:spcAft>
                <a:spcPts val="800"/>
              </a:spcAft>
              <a:defRPr sz="1800">
                <a:latin typeface="Arial"/>
              </a:defRPr>
            </a:pPr>
            <a:r>
              <a:t>```</a:t>
            </a:r>
          </a:p>
          <a:p>
            <a:pPr>
              <a:spcAft>
                <a:spcPts val="800"/>
              </a:spcAft>
              <a:defRPr sz="1800">
                <a:latin typeface="Arial"/>
              </a:defRPr>
            </a:pPr>
            <a:r>
              <a:t>Бұл код арифметикалық прогрессияның алғашқы n мүшесін массивке сақтап, олардың қосындысын есептейді.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қолданылуы:</a:t>
            </a:r>
          </a:p>
          <a:p>
            <a:pPr>
              <a:spcAft>
                <a:spcPts val="800"/>
              </a:spcAft>
              <a:defRPr sz="1800">
                <a:latin typeface="Arial"/>
              </a:defRPr>
            </a:pPr>
            <a:r>
              <a:t>*   Деректерді өңдеу: Үлкен көлемді сандық деректерді сақтау және өңдеу үшін массивтерді қолдану.</a:t>
            </a:r>
          </a:p>
          <a:p>
            <a:pPr>
              <a:spcAft>
                <a:spcPts val="800"/>
              </a:spcAft>
              <a:defRPr sz="1800">
                <a:latin typeface="Arial"/>
              </a:defRPr>
            </a:pPr>
            <a:r>
              <a:t>*   Статистикалық есептеулер: Массивтерді орташа мәнді, дисперсияны және басқа да статистикалық көрсеткіштерді есептеу үшін қолдану.</a:t>
            </a:r>
          </a:p>
          <a:p>
            <a:pPr>
              <a:spcAft>
                <a:spcPts val="800"/>
              </a:spcAft>
              <a:defRPr sz="1800">
                <a:latin typeface="Arial"/>
              </a:defRPr>
            </a:pPr>
            <a:r>
              <a:t>*   Графика және ойындар: Массивтерді пикселдерді, координаттарды және басқа да графикалық элементтерді сақтау үшін қолдану.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 пәндерінің байланысы оқушылардың білім деңгейін арттырып, практикалық дағдыларын дамытады. Бір өлшемді массивтерді сандар тізбегімен байланысты есептерді шешу үшін қолдану оқушылардың логикалық ойлау қабілетін дамытып, екі пәннің де маңыздылығын тереңірек түсінуге көмектеседі. Пәнаралық байланыс оқушыларға теориялық білімдерін практикада қолдануға мүмкіндік береді.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Алгебра, 9 сынып, Ә.Е. Әбілқасымова, Т.П. Кучер, З.Ә. Жұмағұлова, "Мектеп" баспасы, 2019 ж. (okulyk.kz)</a:t>
            </a:r>
          </a:p>
          <a:p>
            <a:pPr lvl="1">
              <a:spcAft>
                <a:spcPts val="800"/>
              </a:spcAft>
              <a:defRPr sz="1600">
                <a:latin typeface="Arial"/>
              </a:defRPr>
            </a:pPr>
            <a:r>
              <a:t>2.  Информатика, 9 сынып, Е.А. Вьюшкова, Н.В. Параскун, "Арман-ПВ" баспасы, 2019 ж. (okulyk.kz)</a:t>
            </a:r>
          </a:p>
          <a:p>
            <a:pPr lvl="1">
              <a:spcAft>
                <a:spcPts val="800"/>
              </a:spcAft>
              <a:defRPr sz="1600">
                <a:latin typeface="Arial"/>
              </a:defRPr>
            </a:pPr>
            <a:r>
              <a:t>3.  Интернет ресурстары: Python тілінің ресми құжаттамасы (python.org)</a:t>
            </a:r>
          </a:p>
          <a:p>
            <a:pPr>
              <a:spcAft>
                <a:spcPts val="800"/>
              </a:spcAft>
              <a:defRPr sz="1800">
                <a:latin typeface="Arial"/>
              </a:defRPr>
            </a:pPr>
            <a:r>
              <a:t>Осы презентация мәтіні сізге көмектеседі деп үміттенемін!</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