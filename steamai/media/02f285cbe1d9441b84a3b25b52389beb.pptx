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"Бір өлшемді массив, Алгебра, 9 сынып, сандар тізбегі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