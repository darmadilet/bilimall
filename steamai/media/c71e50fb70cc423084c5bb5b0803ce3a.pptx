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"Бір өлшемді массивтер: Алгебралық тізбектерді модельдеу"</a:t>
            </a:r>
          </a:p>
          <a:p>
            <a:pPr>
              <a:spcAft>
                <a:spcPts val="800"/>
              </a:spcAft>
              <a:defRPr sz="1800">
                <a:latin typeface="Arial"/>
              </a:defRPr>
            </a:pPr>
            <a:r>
              <a:t>Кіріспе:</a:t>
            </a:r>
          </a:p>
          <a:p>
            <a:pPr>
              <a:spcAft>
                <a:spcPts val="800"/>
              </a:spcAft>
              <a:defRPr sz="1800">
                <a:latin typeface="Arial"/>
              </a:defRPr>
            </a:pPr>
            <a:r>
              <a:t>Бүгінгі тақырыбымыз – информатика мен жаратылыстану ғылымдарының, нақтырақ айтқанда, алгебраның тығыз байланысын көрсететін бір өлшемді массивтерді қолдану арқылы сандық тізбектерді модельдеу. Бұл презентацияда біз бір өлшемді массивтердің негізгі ұғымдарын, олардың алгебралық есептерді шешудегі маңыздылығын және практикалық қолданылуын қарастырамыз. 9-сынып алгебра курсындағы сандар тізбегі ұғымымен таныса отырып, информатикалық құралдар арқылы осы тізбектерді қалай модельдеуге және зерттеуге болатынын зерттейміз.</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 Бір өлшемді массив</a:t>
            </a:r>
          </a:p>
          <a:p>
            <a:pPr>
              <a:spcAft>
                <a:spcPts val="800"/>
              </a:spcAft>
              <a:defRPr sz="1800">
                <a:latin typeface="Arial"/>
              </a:defRPr>
            </a:pPr>
            <a:r>
              <a:t>Бір өлшемді массив (немесе вектор) – бірдей типтегі элементтердің реттелген тізбегі. Әрбір элементтің өзіндік индексі болады, ол арқылы элементке қатынауға болады. Индекстер әдетте 0-ден басталады.</a:t>
            </a:r>
          </a:p>
          <a:p>
            <a:pPr>
              <a:spcAft>
                <a:spcPts val="800"/>
              </a:spcAft>
              <a:defRPr sz="1800">
                <a:latin typeface="Arial"/>
              </a:defRPr>
            </a:pPr>
            <a:r>
              <a:t>Мысалы: А = [2, 4, 6, 8, 10] массивінде:</a:t>
            </a:r>
          </a:p>
          <a:p>
            <a:pPr>
              <a:spcAft>
                <a:spcPts val="800"/>
              </a:spcAft>
              <a:defRPr sz="1800">
                <a:latin typeface="Arial"/>
              </a:defRPr>
            </a:pPr>
            <a:r>
              <a:t>*   А[0] = 2</a:t>
            </a:r>
          </a:p>
          <a:p>
            <a:pPr>
              <a:spcAft>
                <a:spcPts val="800"/>
              </a:spcAft>
              <a:defRPr sz="1800">
                <a:latin typeface="Arial"/>
              </a:defRPr>
            </a:pPr>
            <a:r>
              <a:t>*   А[1] = 4</a:t>
            </a:r>
          </a:p>
          <a:p>
            <a:pPr>
              <a:spcAft>
                <a:spcPts val="800"/>
              </a:spcAft>
              <a:defRPr sz="1800">
                <a:latin typeface="Arial"/>
              </a:defRPr>
            </a:pPr>
            <a:r>
              <a:t>*   А[2] = 6 және т.с.с.</a:t>
            </a:r>
          </a:p>
          <a:p>
            <a:pPr>
              <a:spcAft>
                <a:spcPts val="800"/>
              </a:spcAft>
              <a:defRPr sz="1800">
                <a:latin typeface="Arial"/>
              </a:defRPr>
            </a:pPr>
            <a:r>
              <a:t>Массивтер деректерді сақтау және өңдеу үшін информатикада кеңінен қолданылады. Олар арқылы сандарды, символдарды, жолдарды және басқа да деректерді сақтауға және олармен әртүрлі амалдар жасауға болады.</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 Сандар тізбегі (Алгебра, 9-сынып)</a:t>
            </a:r>
          </a:p>
          <a:p>
            <a:pPr>
              <a:spcAft>
                <a:spcPts val="800"/>
              </a:spcAft>
              <a:defRPr sz="1800">
                <a:latin typeface="Arial"/>
              </a:defRPr>
            </a:pPr>
            <a:r>
              <a:t>Сандар тізбегі – белгілі бір заңдылықпен реттелген сандардың жиынтығы. Тізбектер шекті немесе шексіз болуы мүмкін. Арифметикалық және геометриялық прогрессиялар – сандар тізбегінің маңызды мысалдары болып табылады.</a:t>
            </a:r>
          </a:p>
          <a:p>
            <a:pPr>
              <a:spcAft>
                <a:spcPts val="800"/>
              </a:spcAft>
              <a:defRPr sz="1800">
                <a:latin typeface="Arial"/>
              </a:defRPr>
            </a:pPr>
            <a:r>
              <a:t>*   Арифметикалық прогрессия: әрбір келесі мүше алдыңғы мүшеге тұрақты сан қосу арқылы алынады (мысалы, 2, 5, 8, 11...).</a:t>
            </a:r>
          </a:p>
          <a:p>
            <a:pPr>
              <a:spcAft>
                <a:spcPts val="800"/>
              </a:spcAft>
              <a:defRPr sz="1800">
                <a:latin typeface="Arial"/>
              </a:defRPr>
            </a:pPr>
            <a:r>
              <a:t>*   Геометриялық прогрессия: әрбір келесі мүше алдыңғы мүшені тұрақты санға көбейту арқылы алынады (мысалы, 3, 6, 12, 24...).</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 Бір өлшемді массивтер және сандар тізбегі</a:t>
            </a:r>
          </a:p>
          <a:p>
            <a:pPr>
              <a:spcAft>
                <a:spcPts val="800"/>
              </a:spcAft>
              <a:defRPr sz="1800">
                <a:latin typeface="Arial"/>
              </a:defRPr>
            </a:pPr>
            <a:r>
              <a:t>Бір өлшемді массивтер сандар тізбегін модельдеу және сақтау үшін өте қолайлы құрал болып табылады. Әрбір массив элементі тізбектің бір мүшесін білдіреді. Информатикалық бағдарламалар арқылы массивтерді қолдана отырып, біз тізбектермен әртүрлі операциялар жасай аламыз:</a:t>
            </a:r>
          </a:p>
          <a:p>
            <a:pPr>
              <a:spcAft>
                <a:spcPts val="800"/>
              </a:spcAft>
              <a:defRPr sz="1800">
                <a:latin typeface="Arial"/>
              </a:defRPr>
            </a:pPr>
            <a:r>
              <a:t>*   Тізбектің белгілі бір мүшесін табу</a:t>
            </a:r>
          </a:p>
          <a:p>
            <a:pPr>
              <a:spcAft>
                <a:spcPts val="800"/>
              </a:spcAft>
              <a:defRPr sz="1800">
                <a:latin typeface="Arial"/>
              </a:defRPr>
            </a:pPr>
            <a:r>
              <a:t>*   Тізбектің қосындысын есептеу</a:t>
            </a:r>
          </a:p>
          <a:p>
            <a:pPr>
              <a:spcAft>
                <a:spcPts val="800"/>
              </a:spcAft>
              <a:defRPr sz="1800">
                <a:latin typeface="Arial"/>
              </a:defRPr>
            </a:pPr>
            <a:r>
              <a:t>*   Тізбектің мүшелерін сұрыптау</a:t>
            </a:r>
          </a:p>
          <a:p>
            <a:pPr>
              <a:spcAft>
                <a:spcPts val="800"/>
              </a:spcAft>
              <a:defRPr sz="1800">
                <a:latin typeface="Arial"/>
              </a:defRPr>
            </a:pPr>
            <a:r>
              <a:t>*   Белгілі бір шарттарға сәйкес келетін мүшелерді іздеу</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Арифметикалық прогрессияны массив арқылы модельдеу</a:t>
            </a:r>
          </a:p>
          <a:p>
            <a:pPr>
              <a:spcAft>
                <a:spcPts val="800"/>
              </a:spcAft>
              <a:defRPr sz="1800">
                <a:latin typeface="Arial"/>
              </a:defRPr>
            </a:pPr>
            <a:r>
              <a:t>Арифметикалық прогрессияның бірінші мүшесі a1 = 3, айырмасы d = 2 болсын. Алғашқы 5 мүшені массивке сақтау:</a:t>
            </a:r>
          </a:p>
          <a:p>
            <a:pPr>
              <a:spcAft>
                <a:spcPts val="800"/>
              </a:spcAft>
              <a:defRPr sz="1800">
                <a:latin typeface="Arial"/>
              </a:defRPr>
            </a:pPr>
            <a:r>
              <a:t>Код (Python тілінде):</a:t>
            </a:r>
          </a:p>
          <a:p>
            <a:pPr>
              <a:spcAft>
                <a:spcPts val="800"/>
              </a:spcAft>
              <a:defRPr sz="1800">
                <a:latin typeface="Arial"/>
              </a:defRPr>
            </a:pPr>
            <a:r>
              <a:t>```python</a:t>
            </a:r>
          </a:p>
          <a:p>
            <a:pPr>
              <a:spcAft>
                <a:spcPts val="800"/>
              </a:spcAft>
              <a:defRPr sz="1800">
                <a:latin typeface="Arial"/>
              </a:defRPr>
            </a:pPr>
            <a:r>
              <a:t>a1 = 3</a:t>
            </a:r>
          </a:p>
          <a:p>
            <a:pPr>
              <a:spcAft>
                <a:spcPts val="800"/>
              </a:spcAft>
              <a:defRPr sz="1800">
                <a:latin typeface="Arial"/>
              </a:defRPr>
            </a:pPr>
            <a:r>
              <a:t>d = 2</a:t>
            </a:r>
          </a:p>
          <a:p>
            <a:pPr>
              <a:spcAft>
                <a:spcPts val="800"/>
              </a:spcAft>
              <a:defRPr sz="1800">
                <a:latin typeface="Arial"/>
              </a:defRPr>
            </a:pPr>
            <a:r>
              <a:t>n = 5</a:t>
            </a:r>
          </a:p>
          <a:p>
            <a:pPr>
              <a:spcAft>
                <a:spcPts val="800"/>
              </a:spcAft>
              <a:defRPr sz="1800">
                <a:latin typeface="Arial"/>
              </a:defRPr>
            </a:pPr>
            <a:r>
              <a:t>A = [0] * n # 5 элементтен тұратын массив құру</a:t>
            </a:r>
          </a:p>
          <a:p>
            <a:pPr>
              <a:spcAft>
                <a:spcPts val="800"/>
              </a:spcAft>
              <a:defRPr sz="1800">
                <a:latin typeface="Arial"/>
              </a:defRPr>
            </a:pPr>
            <a:r>
              <a:t>A[0] = a1</a:t>
            </a:r>
          </a:p>
          <a:p>
            <a:pPr>
              <a:spcAft>
                <a:spcPts val="800"/>
              </a:spcAft>
              <a:defRPr sz="1800">
                <a:latin typeface="Arial"/>
              </a:defRPr>
            </a:pPr>
            <a:r>
              <a:t>for i in range(1, n):</a:t>
            </a:r>
          </a:p>
          <a:p>
            <a:pPr>
              <a:spcAft>
                <a:spcPts val="800"/>
              </a:spcAft>
              <a:defRPr sz="1800">
                <a:latin typeface="Arial"/>
              </a:defRPr>
            </a:pPr>
            <a:r>
              <a:t>A[i] = A[i-1] + d</a:t>
            </a:r>
          </a:p>
          <a:p>
            <a:pPr>
              <a:spcAft>
                <a:spcPts val="800"/>
              </a:spcAft>
              <a:defRPr sz="1800">
                <a:latin typeface="Arial"/>
              </a:defRPr>
            </a:pPr>
            <a:r>
              <a:t>print(A) # нәтиже: [3, 5, 7, 9, 11]</a:t>
            </a:r>
          </a:p>
          <a:p>
            <a:pPr>
              <a:spcAft>
                <a:spcPts val="800"/>
              </a:spcAft>
              <a:defRPr sz="1800">
                <a:latin typeface="Arial"/>
              </a:defRPr>
            </a:pPr>
            <a:r>
              <a:t>```</a:t>
            </a:r>
          </a:p>
          <a:p>
            <a:pPr>
              <a:spcAft>
                <a:spcPts val="800"/>
              </a:spcAft>
              <a:defRPr sz="1800">
                <a:latin typeface="Arial"/>
              </a:defRPr>
            </a:pPr>
            <a:r>
              <a:t>Бұл код арифметикалық прогрессияның алғашқы 5 мүшесін массивке сақтайды және оларды экранға шығарады.</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Бір өлшемді массивтер – информатика мен жаратылыстану ғылымдарының арасындағы байланысты көрсететін тиімді құрал. Олар алгебралық есептерді шешуге, сандық тізбектерді модельдеуге және деректерді өңдеуге көмектеседі. Бұл презентацияда біз бір өлшемді массивтердің негізгі ұғымдарын және олардың сандар тізбегін модельдеудегі қолданылуын қарастырдық. Информатикалық құралдарды тиімді пайдалана отырып, біз математикалық есептерді тез және тиімді шеше аламыз.</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a:t>
            </a:r>
          </a:p>
          <a:p>
            <a:pPr lvl="1">
              <a:spcAft>
                <a:spcPts val="800"/>
              </a:spcAft>
              <a:defRPr sz="1600">
                <a:latin typeface="Arial"/>
              </a:defRPr>
            </a:pPr>
            <a:r>
              <a:t>1.  Алгебра. 9 сынып. Авторлары: Ә.Н. Шыныбеков, Д.Ә. Шыныбеков, Ж.Қ. Сағындықов – "Атамұра", 2019 ж. (okulyk.kz)</a:t>
            </a:r>
          </a:p>
          <a:p>
            <a:pPr lvl="1">
              <a:spcAft>
                <a:spcPts val="800"/>
              </a:spcAft>
              <a:defRPr sz="1600">
                <a:latin typeface="Arial"/>
              </a:defRPr>
            </a:pPr>
            <a:r>
              <a:t>2. Информатика. 9 сынып. Авторлары: Е.А.Вьюшкова, Н.В.Богомолова – "Арман-ПВ", 2019 ж. (okulyk.kz)</a:t>
            </a:r>
          </a:p>
        </p:txBody>
      </p:sp>
      <p:sp>
        <p:nvSpPr>
          <p:cNvPr id="3" name="Title 2"/>
          <p:cNvSpPr>
            <a:spLocks noGrp="1"/>
          </p:cNvSpPr>
          <p:nvPr>
            <p:ph type="title"/>
          </p:nvPr>
        </p:nvSpPr>
        <p:spPr/>
        <p:txBody>
          <a:bodyPr/>
          <a:lstStyle/>
          <a:p>
            <a:pPr>
              <a:defRPr b="1" sz="2800">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