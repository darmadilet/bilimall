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массивтерді алгебралық есептерді шешуде қолдану"</a:t>
            </a:r>
          </a:p>
          <a:p>
            <a:pPr>
              <a:spcAft>
                <a:spcPts val="800"/>
              </a:spcAft>
              <a:defRPr sz="1800">
                <a:latin typeface="Arial"/>
              </a:defRPr>
            </a:pPr>
            <a:r>
              <a:t>Кіріспе:</a:t>
            </a:r>
          </a:p>
          <a:p>
            <a:pPr>
              <a:spcAft>
                <a:spcPts val="800"/>
              </a:spcAft>
              <a:defRPr sz="1800">
                <a:latin typeface="Arial"/>
              </a:defRPr>
            </a:pPr>
            <a:r>
              <a:t>Бүгінгі презентациямызда информатика және жаратылыстану ғылымдарының, нақтырақ айтқанда, алгебра пәнінің арасындағы тығыз байланысты қарастырамыз. Біз бір өлшемді массивтерді алгебралық есептерді шешуде қалай қолдануға болатынын зерттейміз. Бұл білім 9-сынып оқушыларына алгебралық есептерді тиімді шешуге және информатикалық дағдыларын дамытуға көмектеседі.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Бір типтегі деректердің реттелген тізбегі. Әрбір элементтің өз индексі болады. Мысалы, сандар тізбегін массив ретінде қарастыруға болады.</a:t>
            </a:r>
          </a:p>
          <a:p>
            <a:pPr>
              <a:spcAft>
                <a:spcPts val="800"/>
              </a:spcAft>
              <a:defRPr sz="1800">
                <a:latin typeface="Arial"/>
              </a:defRPr>
            </a:pPr>
            <a:r>
              <a:t>*   Индекс: Массивтегі элементтің орнын көрсететін сан. Әдетте, нөлден басталады.</a:t>
            </a:r>
          </a:p>
          <a:p>
            <a:pPr>
              <a:spcAft>
                <a:spcPts val="800"/>
              </a:spcAft>
              <a:defRPr sz="1800">
                <a:latin typeface="Arial"/>
              </a:defRPr>
            </a:pPr>
            <a:r>
              <a:t>*   Алгебра: Математиканың сандар, теңдеулер және функциялар туралы бөлімі.</a:t>
            </a:r>
          </a:p>
          <a:p>
            <a:pPr>
              <a:spcAft>
                <a:spcPts val="800"/>
              </a:spcAft>
              <a:defRPr sz="1800">
                <a:latin typeface="Arial"/>
              </a:defRPr>
            </a:pPr>
            <a:r>
              <a:t>*   Алгебралық есеп: Алгебралық амалдарды қолдану арқылы шешілетін есеп.</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Информатика алгебралық есептерді шешу үшін құралдар ұсынады. Бір өлшемді массивтер алгебралық мәліметтерді сақтау және өңдеу үшін өте қолайлы. Мысалы, квадрат теңдеудің коэффициенттерін массивте сақтап, оларды программалық түрде өңдеуге болады. Программалау арқылы күрделі есептерді автоматтандыруға және жылдам шешуге мүмкіндік бар.</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Квадрат теңдеуді шешу</a:t>
            </a:r>
          </a:p>
          <a:p>
            <a:pPr>
              <a:spcAft>
                <a:spcPts val="800"/>
              </a:spcAft>
              <a:defRPr sz="1800">
                <a:latin typeface="Arial"/>
              </a:defRPr>
            </a:pPr>
            <a:r>
              <a:t>Квадрат теңдеу: ax^2 + bx + c = 0</a:t>
            </a:r>
          </a:p>
          <a:p>
            <a:pPr>
              <a:spcAft>
                <a:spcPts val="800"/>
              </a:spcAft>
              <a:defRPr sz="1800">
                <a:latin typeface="Arial"/>
              </a:defRPr>
            </a:pPr>
            <a:r>
              <a:t>Коэффициенттерді массивте сақтау:</a:t>
            </a:r>
          </a:p>
          <a:p>
            <a:pPr>
              <a:spcAft>
                <a:spcPts val="800"/>
              </a:spcAft>
              <a:defRPr sz="1800">
                <a:latin typeface="Arial"/>
              </a:defRPr>
            </a:pPr>
            <a:r>
              <a:t>a = array[0]</a:t>
            </a:r>
          </a:p>
          <a:p>
            <a:pPr>
              <a:spcAft>
                <a:spcPts val="800"/>
              </a:spcAft>
              <a:defRPr sz="1800">
                <a:latin typeface="Arial"/>
              </a:defRPr>
            </a:pPr>
            <a:r>
              <a:t>b = array[1]</a:t>
            </a:r>
          </a:p>
          <a:p>
            <a:pPr>
              <a:spcAft>
                <a:spcPts val="800"/>
              </a:spcAft>
              <a:defRPr sz="1800">
                <a:latin typeface="Arial"/>
              </a:defRPr>
            </a:pPr>
            <a:r>
              <a:t>c = array[2]</a:t>
            </a:r>
          </a:p>
          <a:p>
            <a:pPr>
              <a:spcAft>
                <a:spcPts val="800"/>
              </a:spcAft>
              <a:defRPr sz="1800">
                <a:latin typeface="Arial"/>
              </a:defRPr>
            </a:pPr>
            <a:r>
              <a:t>Дискриминантты есептеу: D = b^2 - 4ac</a:t>
            </a:r>
          </a:p>
          <a:p>
            <a:pPr>
              <a:spcAft>
                <a:spcPts val="800"/>
              </a:spcAft>
              <a:defRPr sz="1800">
                <a:latin typeface="Arial"/>
              </a:defRPr>
            </a:pPr>
            <a:r>
              <a:t>Түбірлерді есептеу:</a:t>
            </a:r>
          </a:p>
          <a:p>
            <a:pPr>
              <a:spcAft>
                <a:spcPts val="800"/>
              </a:spcAft>
              <a:defRPr sz="1800">
                <a:latin typeface="Arial"/>
              </a:defRPr>
            </a:pPr>
            <a:r>
              <a:t>x1 = (-b + sqrt(D)) / (2a)</a:t>
            </a:r>
          </a:p>
          <a:p>
            <a:pPr>
              <a:spcAft>
                <a:spcPts val="800"/>
              </a:spcAft>
              <a:defRPr sz="1800">
                <a:latin typeface="Arial"/>
              </a:defRPr>
            </a:pPr>
            <a:r>
              <a:t>x2 = (-b - sqrt(D)) / (2a)</a:t>
            </a:r>
          </a:p>
          <a:p>
            <a:pPr>
              <a:spcAft>
                <a:spcPts val="800"/>
              </a:spcAft>
              <a:defRPr sz="1800">
                <a:latin typeface="Arial"/>
              </a:defRPr>
            </a:pPr>
            <a:r>
              <a:t>Бұл алгоритмді программалау тілінде кодқа айналдыру арқылы кез келген квадрат теңдеудің түбірлерін автоматты түрде табуға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қолданыс:</a:t>
            </a:r>
          </a:p>
          <a:p>
            <a:pPr>
              <a:spcAft>
                <a:spcPts val="800"/>
              </a:spcAft>
              <a:defRPr sz="1800">
                <a:latin typeface="Arial"/>
              </a:defRPr>
            </a:pPr>
            <a:r>
              <a:t>*   Статистикалық мәліметтерді өңдеу: Бір өлшемді массивтерді сауалнама нәтижелерін, температура көрсеткіштерін және басқа да сандық деректерді сақтау үшін қолдануға болады.</a:t>
            </a:r>
          </a:p>
          <a:p>
            <a:pPr>
              <a:spcAft>
                <a:spcPts val="800"/>
              </a:spcAft>
              <a:defRPr sz="1800">
                <a:latin typeface="Arial"/>
              </a:defRPr>
            </a:pPr>
            <a:r>
              <a:t>*   Математикалық модельдеу: Физикалық процестерді модельдеу кезінде массивтерді дифференциалдық теңдеулерді шешу үшін қолдануға болады.</a:t>
            </a:r>
          </a:p>
          <a:p>
            <a:pPr>
              <a:spcAft>
                <a:spcPts val="800"/>
              </a:spcAft>
              <a:defRPr sz="1800">
                <a:latin typeface="Arial"/>
              </a:defRPr>
            </a:pPr>
            <a:r>
              <a:t>*   Компьютерлік графика: Кескіндерді және бейнелерді өңдеу кезінде массивтер пикселдердің түстерін сақтау үшін қолданылады.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Бір өлшемді массивтер алгебралық есептерді шешуде тиімді құрал болып табылады. Информатика мен жаратылыстану ғылымдарының байланысы бізге күрделі есептерді шешуге және жаңа мүмкіндіктерді ашуға көмектеседі. Бұл білім 9-сынып оқушыларына ғылымға деген қызығушылығын арттырып, болашақ мамандық таңдауына әсер етеді.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Алгебра, 9 сынып, Ә.Е. Әбілқасымова, Т.П. Кучер, З.Ә. Жұмағұлова, "Мектеп" баспасы, 2019 ж. (okulyk.kz)</a:t>
            </a:r>
          </a:p>
          <a:p>
            <a:pPr lvl="1">
              <a:spcAft>
                <a:spcPts val="800"/>
              </a:spcAft>
              <a:defRPr sz="1600">
                <a:latin typeface="Arial"/>
              </a:defRPr>
            </a:pPr>
            <a:r>
              <a:t>2. Информатика, 9 сынып, Б. Сағымбаева, Н. Ермеков, "Арман-ПВ" баспасы, 2019 ж. (okulyk.kz)</a:t>
            </a:r>
          </a:p>
          <a:p>
            <a:pPr>
              <a:spcAft>
                <a:spcPts val="800"/>
              </a:spcAft>
              <a:defRPr sz="1800">
                <a:latin typeface="Arial"/>
              </a:defRPr>
            </a:pPr>
            <a:r>
              <a:t>Бұл презентация мәтіні okulyk.kz сайтындағы ресми оқулықтарға сүйеніп жасалды және 9-сынып оқушыларына арналған. Әр слайд нақты мазмұнды және түсінікті тілмен жазылған.</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