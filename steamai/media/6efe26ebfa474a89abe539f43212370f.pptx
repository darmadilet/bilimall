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5" d="100"/>
          <a:sy n="95" d="100"/>
        </p:scale>
        <p:origin x="-1138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6362796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"One-dimensional array, Algebra, Grade 9, number sequences"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Automatically generated presentation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Волна">
  <a:themeElements>
    <a:clrScheme name="Волна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Волна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Волна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0</TotalTime>
  <Words>0</Words>
  <Application>Microsoft Office PowerPoint</Application>
  <PresentationFormat>Экран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2" baseType="lpstr">
      <vt:lpstr>Волна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adile</cp:lastModifiedBy>
  <cp:revision>1</cp:revision>
  <dcterms:modified xsi:type="dcterms:W3CDTF">2025-05-16T13:14:50Z</dcterms:modified>
</cp:coreProperties>
</file>