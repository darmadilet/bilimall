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One-dimensional array, Algebra, Grade 9, number sequences"</a:t>
            </a:r>
          </a:p>
        </p:txBody>
      </p:sp>
      <p:sp>
        <p:nvSpPr>
          <p:cNvPr id="3" name="Subtitle 2"/>
          <p:cNvSpPr>
            <a:spLocks noGrp="1"/>
          </p:cNvSpPr>
          <p:nvPr>
            <p:ph type="subTitle" idx="1"/>
          </p:nvPr>
        </p:nvSpPr>
        <p:spPr/>
        <p:txBody>
          <a:bodyPr/>
          <a:lstStyle/>
          <a:p>
            <a:r>
              <a:t>Automatically generated presentation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**Тақырып: Компьютерлік ғылым мен математиканың байланысы: Бірөлшемді массивтер және сандық тізбектер**</a:t>
            </a:r>
          </a:p>
          <a:p>
            <a:pPr>
              <a:spcAft>
                <a:spcPts val="800"/>
              </a:spcAft>
              <a:defRPr sz="1800">
                <a:latin typeface="Arial"/>
              </a:defRPr>
            </a:pPr>
            <a:r>
              <a:t>Бүгінгі таңда ғылым мен технологияның дамуы пәнаралық байланыстардың маңыздылығын арттыруда. Компьютерлік ғылым мен математика арасындағы тығыз байланыс көптеген салаларда көрініс табады. Бұл презентацияда біз информатикадағы бірөлшемді массивтер мен алгебрадағы сандық тізбектер арасындағы байланысты қарастырамыз. Бұл ұғымдарды түсіну оқушыларға есептерді шешудің жаңа әдістерін меңгеруге және логикалық ойлау қабілеттерін дамытуға мүмкіндік береді.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Сандық тізбектер (Алгебра, 9-сынып)**</a:t>
            </a:r>
          </a:p>
          <a:p>
            <a:pPr>
              <a:spcAft>
                <a:spcPts val="800"/>
              </a:spcAft>
              <a:defRPr sz="1800">
                <a:latin typeface="Arial"/>
              </a:defRPr>
            </a:pPr>
            <a:r>
              <a:t>Сандық тізбек – бұл белгілі бір ережеге сәйкес орналасқан сандардың реттелген тізімі. Әрбір сан тізбектің мүшесі деп аталады. 9-сынып алгебра курсында арифметикалық және геометриялық прогрессиялар сияқты сандық тізбектер егжей-тегжейлі оқытылады.</a:t>
            </a:r>
          </a:p>
          <a:p>
            <a:pPr>
              <a:spcAft>
                <a:spcPts val="800"/>
              </a:spcAft>
              <a:defRPr sz="1800">
                <a:latin typeface="Arial"/>
              </a:defRPr>
            </a:pPr>
            <a:r>
              <a:t>*   **Арифметикалық прогрессия:** Әрбір келесі мүше алдыңғы мүшеге тұрақты санды (айырманы) қосу арқылы алынады. Жалпы формуласы: $a_n = a_1 + (n-1)d$.</a:t>
            </a:r>
          </a:p>
          <a:p>
            <a:pPr>
              <a:spcAft>
                <a:spcPts val="800"/>
              </a:spcAft>
              <a:defRPr sz="1800">
                <a:latin typeface="Arial"/>
              </a:defRPr>
            </a:pPr>
            <a:r>
              <a:t>*   **Геометриялық прогрессия:** Әрбір келесі мүше алдыңғы мүшені тұрақты санға (еселікке) көбейту арқылы алынады. Жалпы формуласы: $b_n = b_1 \cdot q^{n-1}$.</a:t>
            </a:r>
          </a:p>
          <a:p>
            <a:pPr>
              <a:spcAft>
                <a:spcPts val="800"/>
              </a:spcAft>
              <a:defRPr sz="1800">
                <a:latin typeface="Arial"/>
              </a:defRPr>
            </a:pPr>
            <a:r>
              <a:t>Сандық тізбектер математикалық есептерді шешуде және әртүрлі құбылыстарды модельдеуде кеңінен қолданылады.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Бірөлшемді массивтер (Информатика, 9-сынып)**</a:t>
            </a:r>
          </a:p>
          <a:p>
            <a:pPr>
              <a:spcAft>
                <a:spcPts val="800"/>
              </a:spcAft>
              <a:defRPr sz="1800">
                <a:latin typeface="Arial"/>
              </a:defRPr>
            </a:pPr>
            <a:r>
              <a:t>Бірөлшемді массив – бұл бір типтегі деректер элементтерінің реттелген жиынтығын сақтауға арналған деректер құрылымы. Массивтің әрбір элементі өзінің индексі (нөмірі) арқылы қолжетімді болады. Индекстер әдетте 0-ден немесе 1-ден басталып, массивтің соңына дейін жалғасады.</a:t>
            </a:r>
          </a:p>
          <a:p>
            <a:pPr>
              <a:spcAft>
                <a:spcPts val="800"/>
              </a:spcAft>
              <a:defRPr sz="1800">
                <a:latin typeface="Arial"/>
              </a:defRPr>
            </a:pPr>
            <a:r>
              <a:t>*   **Массивтің мақсаты:** Көптеген ұқсас деректерді бір айнымалы атауымен сақтау және олармен жұмыс істеуді жеңілдету.</a:t>
            </a:r>
          </a:p>
          <a:p>
            <a:pPr>
              <a:spcAft>
                <a:spcPts val="800"/>
              </a:spcAft>
              <a:defRPr sz="1800">
                <a:latin typeface="Arial"/>
              </a:defRPr>
            </a:pPr>
            <a:r>
              <a:t>*   **Мысалы:** `A = [5, 12, 8, 20]` мұнда `A[0]=5`, `A[1]=12` және т.б.</a:t>
            </a:r>
          </a:p>
          <a:p>
            <a:pPr>
              <a:spcAft>
                <a:spcPts val="800"/>
              </a:spcAft>
              <a:defRPr sz="1800">
                <a:latin typeface="Arial"/>
              </a:defRPr>
            </a:pPr>
            <a:r>
              <a:t>Бірөлшемді массивтер бағдарламалауда деректерді ұйымдастырудың және өңдеудің негізгі құралы болып табылады.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**Байланыс: Массивтер және тізбектер**</a:t>
            </a:r>
          </a:p>
          <a:p>
            <a:pPr>
              <a:spcAft>
                <a:spcPts val="800"/>
              </a:spcAft>
              <a:defRPr sz="1800">
                <a:latin typeface="Arial"/>
              </a:defRPr>
            </a:pPr>
            <a:r>
              <a:t>Компьютерлік ғылымда бірөлшемді массивтер алгебрадағы сандық тізбектерді модельдеу және олармен жұмыс істеу үшін өте ыңғайлы құрал болып табылады.</a:t>
            </a:r>
          </a:p>
          <a:p>
            <a:pPr>
              <a:spcAft>
                <a:spcPts val="800"/>
              </a:spcAft>
              <a:defRPr sz="1800">
                <a:latin typeface="Arial"/>
              </a:defRPr>
            </a:pPr>
            <a:r>
              <a:t>*   **Тізбекті сақтау:** Сандық тізбектің әрбір мүшесін массивтің жеке элементі ретінде сақтауға болады. Мысалы, арифметикалық прогрессияның алғашқы N мүшесін массивте сақтауға болады.</a:t>
            </a:r>
          </a:p>
          <a:p>
            <a:pPr>
              <a:spcAft>
                <a:spcPts val="800"/>
              </a:spcAft>
              <a:defRPr sz="1800">
                <a:latin typeface="Arial"/>
              </a:defRPr>
            </a:pPr>
            <a:r>
              <a:t>*   **Тізбекпен жұмыс істеу:** Массивтерді қолдану арқылы тізбектің кез келген мүшесіне қол жеткізуге, тізбек мүшелерінің қосындысын табуға, орташа мәнін есептеуге немесе тізбектің белгілі бір шартқа сәйкес келетін мүшелерін іздеуге болады.</a:t>
            </a:r>
          </a:p>
          <a:p>
            <a:pPr>
              <a:spcAft>
                <a:spcPts val="800"/>
              </a:spcAft>
              <a:defRPr sz="1800">
                <a:latin typeface="Arial"/>
              </a:defRPr>
            </a:pPr>
            <a:r>
              <a:t>*   **Алгоритмдерді іске асыру:** Сандық тізбектерге қатысты алгебралық формулалар мен есептеулерді бағдарламалау тілдерінде массивтер арқылы тиімді іске асыруға болады. Бұл математикалық есептерді автоматтандыруға және үлкен көлемдегі деректермен жұмыс істеуге мүмкіндік береді.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мысал: Арифметикалық прогрессияны массивте сақтау**</a:t>
            </a:r>
          </a:p>
          <a:p>
            <a:pPr>
              <a:spcAft>
                <a:spcPts val="800"/>
              </a:spcAft>
              <a:defRPr sz="1800">
                <a:latin typeface="Arial"/>
              </a:defRPr>
            </a:pPr>
            <a:r>
              <a:t>Мысал ретінде, бірінші мүшесі $a_1 = 3$ және айырмасы $d = 4$ болатын арифметикалық прогрессияның алғашқы 5 мүшесін қарастырайық:</a:t>
            </a:r>
          </a:p>
          <a:p>
            <a:pPr>
              <a:spcAft>
                <a:spcPts val="800"/>
              </a:spcAft>
              <a:defRPr sz="1800">
                <a:latin typeface="Arial"/>
              </a:defRPr>
            </a:pPr>
            <a:r>
              <a:t>$a_1 = 3$</a:t>
            </a:r>
          </a:p>
          <a:p>
            <a:pPr>
              <a:spcAft>
                <a:spcPts val="800"/>
              </a:spcAft>
              <a:defRPr sz="1800">
                <a:latin typeface="Arial"/>
              </a:defRPr>
            </a:pPr>
            <a:r>
              <a:t>$a_2 = 3 + 4 = 7$</a:t>
            </a:r>
          </a:p>
          <a:p>
            <a:pPr>
              <a:spcAft>
                <a:spcPts val="800"/>
              </a:spcAft>
              <a:defRPr sz="1800">
                <a:latin typeface="Arial"/>
              </a:defRPr>
            </a:pPr>
            <a:r>
              <a:t>$a_3 = 7 + 4 = 11$</a:t>
            </a:r>
          </a:p>
          <a:p>
            <a:pPr>
              <a:spcAft>
                <a:spcPts val="800"/>
              </a:spcAft>
              <a:defRPr sz="1800">
                <a:latin typeface="Arial"/>
              </a:defRPr>
            </a:pPr>
            <a:r>
              <a:t>$a_4 = 11 + 4 = 15$</a:t>
            </a:r>
          </a:p>
          <a:p>
            <a:pPr>
              <a:spcAft>
                <a:spcPts val="800"/>
              </a:spcAft>
              <a:defRPr sz="1800">
                <a:latin typeface="Arial"/>
              </a:defRPr>
            </a:pPr>
            <a:r>
              <a:t>$a_5 = 15 + 4 = 19$</a:t>
            </a:r>
          </a:p>
          <a:p>
            <a:pPr>
              <a:spcAft>
                <a:spcPts val="800"/>
              </a:spcAft>
              <a:defRPr sz="1800">
                <a:latin typeface="Arial"/>
              </a:defRPr>
            </a:pPr>
            <a:r>
              <a:t>Бұл тізбекті бірөлшемді массивте келесідей сақтауға болады:</a:t>
            </a:r>
          </a:p>
          <a:p>
            <a:pPr>
              <a:spcAft>
                <a:spcPts val="800"/>
              </a:spcAft>
              <a:defRPr sz="1800">
                <a:latin typeface="Arial"/>
              </a:defRPr>
            </a:pPr>
            <a:r>
              <a:t>`progression = [3, 7, 11, 15, 19]`</a:t>
            </a:r>
          </a:p>
          <a:p>
            <a:pPr>
              <a:spcAft>
                <a:spcPts val="800"/>
              </a:spcAft>
              <a:defRPr sz="1800">
                <a:latin typeface="Arial"/>
              </a:defRPr>
            </a:pPr>
            <a:r>
              <a:t>Енді осы массивті пайдаланып, тізбек мүшелерінің қосындысын табуға болады:</a:t>
            </a:r>
          </a:p>
          <a:p>
            <a:pPr>
              <a:spcAft>
                <a:spcPts val="800"/>
              </a:spcAft>
              <a:defRPr sz="1800">
                <a:latin typeface="Arial"/>
              </a:defRPr>
            </a:pPr>
            <a:r>
              <a:t>`sum = progression[0] + progression[1] + progression[2] + progression[3] + progression[4]`</a:t>
            </a:r>
          </a:p>
          <a:p>
            <a:pPr>
              <a:spcAft>
                <a:spcPts val="800"/>
              </a:spcAft>
              <a:defRPr sz="1800">
                <a:latin typeface="Arial"/>
              </a:defRPr>
            </a:pPr>
            <a:r>
              <a:t>`sum = 3 + 7 + 11 + 15 + 19 = 55`</a:t>
            </a:r>
          </a:p>
          <a:p>
            <a:pPr>
              <a:spcAft>
                <a:spcPts val="800"/>
              </a:spcAft>
              <a:defRPr sz="1800">
                <a:latin typeface="Arial"/>
              </a:defRPr>
            </a:pPr>
            <a:r>
              <a:t>Бұл мысал массивтердің сандық тізбектерді компьютерлік бағдарламаларда қалай тиімді өңдеуге болатынын көрсетеді.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Компьютерлік ғылым мен алгебра арасындағы байланыс, әсіресе бірөлшемді массивтер мен сандық тізбектерді зерттеу арқылы, оқушыларға екі пәннің де негізгі қағидаларын тереңірек түсінуге көмектеседі. Информатика математикалық модельдерді іске асыруға және күрделі есептеулерді автоматтандыруға мүмкіндік беретін қуатты құралдарды ұсынады. Бұл білім болашақ IT мамандары мен ғалымдар үшін өте маңызды, себебі ол оларға нақты әлемдегі мәселелерді шешу үшін пәнаралық тәсілдерді қолдануға үйретеді. Осылайша, екі пәнді де кешенді түрде оқыту оқушылардың жан-жақты дамуына ықпал етеді.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Әбілқасымова А.Е., Бекбоев И.Б., Абдиев А.А., Жұмағұлова З.Ә. (2019). *Алгебра: Жалпы білім беретін мектептің 9-сыныбына арналған оқулық*. Алматы: Мектеп.</a:t>
            </a:r>
          </a:p>
          <a:p>
            <a:pPr lvl="1">
              <a:spcAft>
                <a:spcPts val="800"/>
              </a:spcAft>
              <a:defRPr sz="1600">
                <a:latin typeface="Arial"/>
              </a:defRPr>
            </a:pPr>
            <a:r>
              <a:t>2.  Сапарғалиева Б.Қ., Матаев Б.М., Сейдахметова С.С. (2019). *Информатика: Жалпы білім беретін мектептің 9-сыныбына арналған оқулық*. Алматы: Атамұра.</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7-slide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