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Алгебралық сандар тізбектерімен байланысы"</a:t>
            </a:r>
          </a:p>
          <a:p>
            <a:pPr>
              <a:spcAft>
                <a:spcPts val="800"/>
              </a:spcAft>
              <a:defRPr sz="1800">
                <a:latin typeface="Arial"/>
              </a:defRPr>
            </a:pPr>
            <a:r>
              <a:t>Кіріспе:</a:t>
            </a:r>
          </a:p>
          <a:p>
            <a:pPr>
              <a:spcAft>
                <a:spcPts val="800"/>
              </a:spcAft>
              <a:defRPr sz="1800">
                <a:latin typeface="Arial"/>
              </a:defRPr>
            </a:pPr>
            <a:r>
              <a:t>Бүгінгі презентациямызда информатика пәнінің маңызды ұғымы – бір өлшемді массивтерді және алгебра пәнінен сандар тізбектерін қарастырамыз. Бұл екі пәннің арасындағы тығыз байланысты ашып, осы байланыстың практикалық маңыздылығын көрсетеміз. Оқушылардың информатикалық ойлау қабілетін дамытуда математикалық білімнің маңызы зор екенін дәлелдеу – біздің басты мақсатымыз.</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Бір өлшемді массив</a:t>
            </a:r>
          </a:p>
          <a:p>
            <a:pPr>
              <a:spcAft>
                <a:spcPts val="800"/>
              </a:spcAft>
              <a:defRPr sz="1800">
                <a:latin typeface="Arial"/>
              </a:defRPr>
            </a:pPr>
            <a:r>
              <a:t>Бір өлшемді массив (немесе вектор) – бір типтегі элементтердің реттелген тізбегі. Әрбір элементтің өз индексі болады, ол арқылы элементке қатынауға болады. Массивтер деректерді сақтау және өңдеу үшін кеңінен қолданылады. Мысалы, оқушылардың бойын, температураның күнделікті көрсеткіштерін немесе кез келген сандық мәліметтерді сақтауға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Сандар тізбегі</a:t>
            </a:r>
          </a:p>
          <a:p>
            <a:pPr>
              <a:spcAft>
                <a:spcPts val="800"/>
              </a:spcAft>
              <a:defRPr sz="1800">
                <a:latin typeface="Arial"/>
              </a:defRPr>
            </a:pPr>
            <a:r>
              <a:t>Алгебрада сандар тізбегі – белгілі бір заңдылықпен орналасқан сандардың жиынтығы. Арифметикалық прогрессия, геометриялық прогрессия және Фибоначчи сандары сияқты түрлері бар. Сандар тізбектерінің заңдылықтарын анықтау және оларды жалғастыру – алгебраның маңызды бөлігі.</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 Массивтер және сандар тізбектері</a:t>
            </a:r>
          </a:p>
          <a:p>
            <a:pPr>
              <a:spcAft>
                <a:spcPts val="800"/>
              </a:spcAft>
              <a:defRPr sz="1800">
                <a:latin typeface="Arial"/>
              </a:defRPr>
            </a:pPr>
            <a:r>
              <a:t>Информатикада сандар тізбектерін бір өлшемді массивтер арқылы тиімді түрде ұсынуға болады. Әрбір тізбек элементі массивтің бір ұяшығында сақталады. Массивтерді қолдана отырып, сандар тізбектерімен әртүрлі амалдар орындауға болады, мысалы, элементтерді қосу, көбейту, сұрыптау және т.б. Осылайша, алгебралық есептерді шешу үшін информатикалық құралдарды қолдануға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a:t>
            </a:r>
          </a:p>
          <a:p>
            <a:pPr>
              <a:spcAft>
                <a:spcPts val="800"/>
              </a:spcAft>
              <a:defRPr sz="1800">
                <a:latin typeface="Arial"/>
              </a:defRPr>
            </a:pPr>
            <a:r>
              <a:t>Арифметикалық прогрессияның бірінші мүшесі 2, айырмасы 3 болсын. Осы прогрессияның алғашқы 10 мүшесін массивке сақтау және қосындысын табу алгоритмін құрайық.</a:t>
            </a:r>
          </a:p>
          <a:p>
            <a:pPr lvl="1">
              <a:spcAft>
                <a:spcPts val="800"/>
              </a:spcAft>
              <a:defRPr sz="1600">
                <a:latin typeface="Arial"/>
              </a:defRPr>
            </a:pPr>
            <a:r>
              <a:t>1.  Массивтің өлшемін 10-ға тең етіп жариялаймыз.</a:t>
            </a:r>
          </a:p>
          <a:p>
            <a:pPr lvl="1">
              <a:spcAft>
                <a:spcPts val="800"/>
              </a:spcAft>
              <a:defRPr sz="1600">
                <a:latin typeface="Arial"/>
              </a:defRPr>
            </a:pPr>
            <a:r>
              <a:t>2.  Бірінші элементті 2-ге тең етіп орнатамыз.</a:t>
            </a:r>
          </a:p>
          <a:p>
            <a:pPr lvl="1">
              <a:spcAft>
                <a:spcPts val="800"/>
              </a:spcAft>
              <a:defRPr sz="1600">
                <a:latin typeface="Arial"/>
              </a:defRPr>
            </a:pPr>
            <a:r>
              <a:t>3.  Цикл арқылы қалған элементтерді есептейміз: a[i] = a[i-1] + 3</a:t>
            </a:r>
          </a:p>
          <a:p>
            <a:pPr>
              <a:spcAft>
                <a:spcPts val="800"/>
              </a:spcAft>
              <a:defRPr sz="1800">
                <a:latin typeface="Arial"/>
              </a:defRPr>
            </a:pPr>
            <a:r>
              <a:t>4.  Барлық элементтердің қосындысын есептейміз.</a:t>
            </a:r>
          </a:p>
          <a:p>
            <a:pPr>
              <a:spcAft>
                <a:spcPts val="800"/>
              </a:spcAft>
              <a:defRPr sz="1800">
                <a:latin typeface="Arial"/>
              </a:defRPr>
            </a:pPr>
            <a:r>
              <a:t>Бұл мысал массивтердің алгебралық есептерді шешуде қаншалықты пайдалы екенін көрсетеді.</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Бір өлшемді массивтер және сандар тізбектері арасындағы байланыс информатика мен алгебраның өзара тығыз байланысты екенін дәлелдейді. Бұл байланыс оқушыларға пәндерді тереңірек түсінуге және практикалық есептерді шешуге көмектеседі. Информатикалық құралдарды математикалық есептерді шешу үшін қолдану – заманауи білім берудің маңызды бөлігі.</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 тізімі:</a:t>
            </a:r>
          </a:p>
          <a:p>
            <a:pPr lvl="1">
              <a:spcAft>
                <a:spcPts val="800"/>
              </a:spcAft>
              <a:defRPr sz="1600">
                <a:latin typeface="Arial"/>
              </a:defRPr>
            </a:pPr>
            <a:r>
              <a:t>1.  Алгебра, 9 сынып, Ә.Е.Әбілқасымова, И.Бекбаулиев, А.Абдиев, З.Жұмағұлова, "Мектеп" баспасы, 2019 жыл.</a:t>
            </a:r>
          </a:p>
          <a:p>
            <a:pPr lvl="1">
              <a:spcAft>
                <a:spcPts val="800"/>
              </a:spcAft>
              <a:defRPr sz="1600">
                <a:latin typeface="Arial"/>
              </a:defRPr>
            </a:pPr>
            <a:r>
              <a:t>2. Информатика, 9 сынып, Е.А.Вьюшкова, Н.В.Параскун, "Алматыкітап баспасы" ЖШС, 2019 жыл</a:t>
            </a:r>
          </a:p>
          <a:p>
            <a:pPr>
              <a:spcAft>
                <a:spcPts val="800"/>
              </a:spcAft>
              <a:defRPr sz="1800">
                <a:latin typeface="Arial"/>
              </a:defRPr>
            </a:pPr>
            <a:r>
              <a:t>Ескерту: Презентация okulyk.kz сайтындағы ресми оқулықтарға сүйеніп жасалды.</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