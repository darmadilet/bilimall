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Тақырыбы: Бір өлшемді массивтер және сандар тізбектері: информатика мен алгебраның байланысы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Мақсаты: Информатика мен жаратылыстану ғылымдарының, атап айтқанда, бір өлшемді массивтер мен сандар тізбектерінің арасындағы байланысты көрсету, оқушылардың пәнаралық білімдерін тереңдету.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Міндеттері: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 және сандар тізбегі ұғымдарын түсіндіру.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Информатика мен алгебра пәндерінің ортақ тұстарын анықтау.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Практикалық мысалдар арқылы екі пәннің байланысын көрсету.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Оқушылардың логикалық ойлау қабілеттерін дамыту.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Негізгі ұғымдар: Бір өлшемді массив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Бір өлшемді массив (немесе сызықтық массив) – бір атаумен біріктірілген, бір типтегі элементтердің реттелген тізбегі. Әрбір элементтің өз индексі болады, ол элементті массивтегі орнын анықтайды.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Мысалы: A = [2, 4, 6, 8, 10] – бүтін сандардан тұратын бір өлшемді массив.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Мұнда: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A – массивтің аты;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2, 4, 6, 8, 10 – массив элементтері;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Индекс (позиция): A[0] = 2, A[1] = 4, A[2] = 6, A[3] = 8, A[4] = 10.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Негізгі ұғымдар: Сандар тізбегі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Сандар тізбегі – белгілі бір заңдылықпен реттелген сандардың жиынтығы. Әрбір сан тізбектің мүшесі деп аталады.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Мысалы: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Арифметикалық прогрессия: 2, 5, 8, 11, 14,... (әрбір келесі мүше алдыңғысынан 3-ке артық).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Геометриялық прогрессия: 3, 6, 12, 24, 48,... (әрбір келесі мүше алдыңғысын 2-ге көбейткенге тең).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Фибоначчи сандары: 1, 1, 2, 3, 5, 8, 13,... (әрбір келесі мүше алдыңғы екі мүшенің қосындысына тең).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Пәнаралық байланыс: Информатикадағы массивтер және алгебрадағы сандар тізбектері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Информатикада бір өлшемді массивтерді пайдаланып, сандар тізбектерін сақтауға және өңдеуге болады. Мысалы, арифметикалық немесе геометриялық прогрессияның мүшелерін массивке жазып, олармен әртүрлі амалдар орындауға болады (қосу, көбейту, іздеу, сұрыптау).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Алгебрада сандар тізбектерінің заңдылықтарын анықтау және формулаларын табу үшін информатикалық алгоритмдерді қолдануға болады. Мысалы, массивтегі сандардың арасындағы байланысты анықтап, тізбектің жалпы мүшесінің формуласын табуға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Мысал: Арифметикалық прогрессияны массивте сақтау және өңдеу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Арифметикалық прогрессия берілсін: 5, 9, 13, 17, 21.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Осы прогрессияны массивке жазамыз: A = [5, 9, 13, 17, 21].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Массивтің элементтерін қосу: қосынды = A[0] + A[1] + A[2] + A[3] + A[4] = 5 + 9 + 13 + 17 + 21 = 65.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3.  Массивтің ең үлкен элементін табу: max(A) = 21.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4.  Массивтің орташа мәнін есептеу: орташа мән = (5 + 9 + 13 + 17 + 21) / 5 = 13.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Бұл операцияларды программалау тілдерінде (Python, Java, C++) оңай орындауға болады.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Қорытынды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мен жаратылыстану пәндерінің байланысы оқушылардың білімдерін кеңейтіп, практикалық дағдыларын қалыптастырады. Бір өлшемді массивтер мен сандар тізбектері – екі пәннің ортақ тақырыбы, оларды зерттеу оқушылардың логикалық ойлау және проблемаларды шешу қабілеттерін дамытады. Пәнаралық байланыстарды пайдалану оқу процесін қызықты әрі тиімді етеді.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**Пайдаланылған әдебиеттер тізімі:**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Информатика. 9-сынып. Авторлары: Б. Қазыбек, А. Нақысбеков, А. Мақсатова. "Арман-ПВ" баспасы, 2019 ж. ([okulyk.kz](https://okulyk.kz/))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Алгебра. 9-сынып. Авторлары: А.Е. Әбілқасымова, И. Бекбоев, А. Абдиев, З. Жұмағұлова. "Мектеп" баспасы, 2019 ж. ([okulyk.kz](https://okulyk.kz/))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**Ескерту:** Бұл мәтін okulyk.kz сайтындағы оқулықтарға сүйене отырып жазылды.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800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