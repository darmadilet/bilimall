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массив, Алгебра, 9 сынып, сандар тізбегі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Тақырыбы: Бір өлшемді массивтер және сандар тізбегі: Информатика мен алгебраның байланысы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Мақсаты: Бір өлшемді массивтер ұғымын алгебралық сандар тізбегімен байланыстыра отырып, екі пәннің арасындағы байланысты көрсету және оқушылардың пәнаралық білімін тереңдету.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Міндеттері: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Бір өлшемді массивтердің анықтамасын және қолданылуын түсіндіру.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Алгебрадағы сандар тізбегі ұғымын қайталау.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Екі пән арасындағы байланысты мысалдар арқылы көрсету.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Оқушылардың логикалық ойлау қабілетін дамыту.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1-слайд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Бір өлшемді массив дегеніміз не?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Информатикада бір өлшемді массив (вектор) – бір типті мәліметтердің реттелген жиынтығы. Әрбір элементтің өз индексі болады, ол арқылы элементке қатынауға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Мысалы: [10, 20, 30, 40, 50] – бүтін сандардан тұратын бір өлшемді массив.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Массивтердің қолданылуы: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Мәліметтерді сақтау және өңдеу.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Алгоритмдерді жүзеге асыру.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Есептеулер жүргізу.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2-слайд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Алгебрадағы сандар тізбегі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Сандар тізбегі – белгілі бір заңдылықпен реттелген сандардың жиынтығы.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Мысалдары: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Арифметикалық прогрессия: 2, 4, 6, 8, 10, ... (әрбір келесі мүше алдыңғысынан тұрақты санға артық).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Геометриялық прогрессия: 3, 6, 12, 24, 48, ... (әрбір келесі мүше алдыңғысынан тұрақты санға көбейтіледі).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Фибоначчи тізбегі: 1, 1, 2, 3, 5, 8, 13, ... (әрбір келесі мүше алдыңғы екі мүшенің қосындысына тең).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3-слайд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 мен алгебраның байланысы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Бір өлшемді массивтерді сандар тізбегін сақтау және өңдеу үшін қолдануға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Мысалы: Арифметикалық прогрессияны массивте сақтау: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a[0] = 2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a[1] = 4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a[2] = 6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a[3] = 8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a[4] = 10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Массив элементтерін пайдаланып, тізбектің қосындысын, арифметикалық ортасын және т.б. есептеуге болады.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4-слайд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Мысал: Арифметикалық прогрессияның қосындысын есептеу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Мәселе: Арифметикалық прогрессияның алғашқы N мүшесінің қосындысын есептейтін бағдарлама құру.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Шешімі: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 Прогрессияның бірінші мүшесін (a) және айырмасын (d) енгізу.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 Массив құру және прогрессия мүшелерін сақтау.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3.  Цикл арқылы массив элементтерін қосып, қосындыны есептеу.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5-слайд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Қорытынды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Бір өлшемді массивтер мен сандар тізбегі – информатика мен алгебраның арасындағы тығыз байланысты көрсететін ұғымдар. Бұл байланыс оқушылардың пәнаралық білімін кеңейтіп, логикалық ойлау қабілетін дамытуға көмектеседі. Массивтерді қолдану арқылы сандар тізбегімен байланысты есептерді тиімді шешуге болады.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6-слайд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Пайдаланылған әдебиеттер: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 Информатика. 9 сынып. Авторы: Бельгибаев Ә.Т. – Алматы: «Мектеп» баспасы, 2019 жыл.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 Алгебра. 9 сынып. Авторы: Ә.Н. Шыныбеков – Алматы: «Атамұра» баспасы, 2019 жыл. (okulyk.kz сайтынан алынған)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Бұл презентация мәтіні сіздің талаптарыңызға сай жасалды деп ойлаймын. Әр слайдтағы ақпарат нақты, түсінікті және okulyk.kz сайтындағы ресми оқулықтарға сүйене отырып жазылды.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7-слайд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