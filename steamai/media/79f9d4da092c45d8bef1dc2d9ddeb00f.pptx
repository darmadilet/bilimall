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"One-dimensional array, Algebra, Grade 9, number sequences"</a:t>
            </a:r>
          </a:p>
        </p:txBody>
      </p:sp>
      <p:sp>
        <p:nvSpPr>
          <p:cNvPr id="3" name="Subtitle 2"/>
          <p:cNvSpPr>
            <a:spLocks noGrp="1"/>
          </p:cNvSpPr>
          <p:nvPr>
            <p:ph type="subTitle" idx="1"/>
          </p:nvPr>
        </p:nvSpPr>
        <p:spPr/>
        <p:txBody>
          <a:bodyPr/>
          <a:lstStyle/>
          <a:p>
            <a:r>
              <a:t>Automatically generated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**Тақырып: Сан тізбектерін бір өлшемді массивтер арқылы ұсыну**</a:t>
            </a:r>
          </a:p>
          <a:p>
            <a:pPr>
              <a:spcAft>
                <a:spcPts val="800"/>
              </a:spcAft>
              <a:defRPr sz="1800">
                <a:latin typeface="Arial"/>
              </a:defRPr>
            </a:pPr>
            <a:r>
              <a:t>Сәлеметсіздер ме! Бүгінгі сабағымызда біз математика мен информатика пәндерінің тығыз байланысын қарастырамыз. Әсіресе, алгебрадағы "сан тізбектері" ұғымының информатикадағы "бір өлшемді массивтер" тақырыбымен қалай ұштасатынын және оның практикалық маңызын талқылаймыз. Бұл байланыс бізге математикалық есептерді компьютерлік бағдарламалар арқылы тиімді шешуге мүмкіндік береді, сондай-ақ деректерді ұйымдастыру мен өңдеудің негізгі принциптерін түсінуге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**Сан тізбектері: Негізгі ұғымдар (9-сынып, Алгебра)**</a:t>
            </a:r>
          </a:p>
          <a:p>
            <a:pPr>
              <a:spcAft>
                <a:spcPts val="800"/>
              </a:spcAft>
              <a:defRPr sz="1800">
                <a:latin typeface="Arial"/>
              </a:defRPr>
            </a:pPr>
            <a:r>
              <a:t>Сан тізбегі — бұл белгілі бір заңдылық бойынша орналасқан сандардың реттелген тізімі. Әрбір сан тізбектің мүшесі деп аталады және оның реттік нөмірімен (индексімен) белгіленеді. Мысалы, $a_1, a_2, a_3, \dots, a_n, \dots$. 9-сынып алгебра курсында біз арифметикалық және геометриялық прогрессияларды оқимыз. Арифметикалық прогрессияда әрбір келесі мүше алдыңғы мүшеге тұрақты санды (айырманы) қосу арқылы алынады, ал геометриялық прогрессияда әрбір келесі мүше алдыңғы мүшені тұрақты санға (еселікке) көбейту арқылы алынады. Бұл тізбектер математикалық заңдылықтарды зерттеудің негізі болып табылады.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**Бір өлшемді массивтер: Құрылымы мен қолданысы (Информатика)**</a:t>
            </a:r>
          </a:p>
          <a:p>
            <a:pPr>
              <a:spcAft>
                <a:spcPts val="800"/>
              </a:spcAft>
              <a:defRPr sz="1800">
                <a:latin typeface="Arial"/>
              </a:defRPr>
            </a:pPr>
            <a:r>
              <a:t>Бір өлшемді массив — бұл информатикадағы бір типті деректердің реттелген жиынтығын сақтауға арналған деректер құрылымы. Массивтің әрбір элементі өзінің индексі арқылы қолжетімді болады. Индекс әдетте 0-ден немесе 1-ден басталып, массивтің соңына дейін реттік нөмірді көрсетеді. Мысалы, `array[0]`, `array[1]`, `array[2]`, т.б. Массивтер деректерді тиімді сақтауға және олармен операциялар жасауға, мысалы, іздеу, сұрыптау, қосу немесе жою сияқты әрекеттерді орындауға мүмкіндік береді. Олар бағдарламалауда жиі қолданылатын негізгі деректер құрылымдарының бірі болып табылады.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**Сан тізбектері мен бір өлшемді массивтер арасындағы байланыс**</a:t>
            </a:r>
          </a:p>
          <a:p>
            <a:pPr>
              <a:spcAft>
                <a:spcPts val="800"/>
              </a:spcAft>
              <a:defRPr sz="1800">
                <a:latin typeface="Arial"/>
              </a:defRPr>
            </a:pPr>
            <a:r>
              <a:t>Сан тізбектері мен бір өлшемді массивтер арасында тікелей және өте маңызды байланыс бар. Сан тізбегінің әрбір мүшесін бір өлшемді массивтің жеке элементі ретінде қарастыруға болады. Тізбектің $k$-ші мүшесін массивтің $k$-ші немесе $(k-1)$-ші индексіндегі элементіне сәйкестендіруге болады. Мысалы, арифметикалық прогрессияның алғашқы $N$ мүшесін компьютерде сақтау үшін, біз $N$ элементтен тұратын бір өлшемді массив құрып, оның әрбір ұяшығына тізбектің сәйкес мүшесін енгізе аламыз. Бұл массив тізбектің барлық мүшелерін бір құрылымда сақтауға және оларға оңай қол жеткізуге мүмкіндік береді, бұл оларды бағдарламалық түрде өңдеуді жеңілдетеді.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ұсыну**</a:t>
            </a:r>
          </a:p>
          <a:p>
            <a:pPr>
              <a:spcAft>
                <a:spcPts val="800"/>
              </a:spcAft>
              <a:defRPr sz="1800">
                <a:latin typeface="Arial"/>
              </a:defRPr>
            </a:pPr>
            <a:r>
              <a:t>Арифметикалық прогрессияны қарастырайық: $a_1 = 2$, $d = 3$. Алғашқы 5 мүшесі: $2, 5, 8, 11, 14$.</a:t>
            </a:r>
          </a:p>
          <a:p>
            <a:pPr>
              <a:spcAft>
                <a:spcPts val="800"/>
              </a:spcAft>
              <a:defRPr sz="1800">
                <a:latin typeface="Arial"/>
              </a:defRPr>
            </a:pPr>
            <a:r>
              <a:t>Бұл тізбекті бір өлшемді массивте келесідей ұсынуға болады (мысалы, C++ тілінде):</a:t>
            </a:r>
          </a:p>
          <a:p>
            <a:pPr>
              <a:spcAft>
                <a:spcPts val="800"/>
              </a:spcAft>
              <a:defRPr sz="1800">
                <a:latin typeface="Arial"/>
              </a:defRPr>
            </a:pPr>
            <a:r>
              <a:t>`int sequence_array[5];`</a:t>
            </a:r>
          </a:p>
          <a:p>
            <a:pPr>
              <a:spcAft>
                <a:spcPts val="800"/>
              </a:spcAft>
              <a:defRPr sz="1800">
                <a:latin typeface="Arial"/>
              </a:defRPr>
            </a:pPr>
            <a:r>
              <a:t>`sequence_array[0] = 2;`</a:t>
            </a:r>
          </a:p>
          <a:p>
            <a:pPr>
              <a:spcAft>
                <a:spcPts val="800"/>
              </a:spcAft>
              <a:defRPr sz="1800">
                <a:latin typeface="Arial"/>
              </a:defRPr>
            </a:pPr>
            <a:r>
              <a:t>`sequence_array[1] = 5;`</a:t>
            </a:r>
          </a:p>
          <a:p>
            <a:pPr>
              <a:spcAft>
                <a:spcPts val="800"/>
              </a:spcAft>
              <a:defRPr sz="1800">
                <a:latin typeface="Arial"/>
              </a:defRPr>
            </a:pPr>
            <a:r>
              <a:t>`sequence_array[2] = 8;`</a:t>
            </a:r>
          </a:p>
          <a:p>
            <a:pPr>
              <a:spcAft>
                <a:spcPts val="800"/>
              </a:spcAft>
              <a:defRPr sz="1800">
                <a:latin typeface="Arial"/>
              </a:defRPr>
            </a:pPr>
            <a:r>
              <a:t>`sequence_array[3] = 11;`</a:t>
            </a:r>
          </a:p>
          <a:p>
            <a:pPr>
              <a:spcAft>
                <a:spcPts val="800"/>
              </a:spcAft>
              <a:defRPr sz="1800">
                <a:latin typeface="Arial"/>
              </a:defRPr>
            </a:pPr>
            <a:r>
              <a:t>`sequence_array[4] = 14;`</a:t>
            </a:r>
          </a:p>
          <a:p>
            <a:pPr>
              <a:spcAft>
                <a:spcPts val="800"/>
              </a:spcAft>
              <a:defRPr sz="1800">
                <a:latin typeface="Arial"/>
              </a:defRPr>
            </a:pPr>
            <a:r>
              <a:t>Енді біз массивтің индексі арқылы кез келген мүшеге қол жеткізе аламыз, мысалы, `sequence_array[2]` бізге 8 мәнін береді. Сондай-ақ, массивті пайдаланып, тізбек мүшелерінің қосындысын немесе орташа мәнін есептеу сияқты алгоритмдерді оңай жүзеге асыруға болады, бұл математикалық есептерді автоматтандыруға жол ашады.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**Байланыстың маңыздылығы мен артықшылықтары**</a:t>
            </a:r>
          </a:p>
          <a:p>
            <a:pPr>
              <a:spcAft>
                <a:spcPts val="800"/>
              </a:spcAft>
              <a:defRPr sz="1800">
                <a:latin typeface="Arial"/>
              </a:defRPr>
            </a:pPr>
            <a:r>
              <a:t>Бұл байланысты түсіну информатика мен математикадағы көптеген есептерді шешу үшін өте маңызды.</a:t>
            </a:r>
          </a:p>
          <a:p>
            <a:pPr lvl="1">
              <a:spcAft>
                <a:spcPts val="800"/>
              </a:spcAft>
              <a:defRPr sz="1600">
                <a:latin typeface="Arial"/>
              </a:defRPr>
            </a:pPr>
            <a:r>
              <a:t>1.  **Деректерді тиімді ұсыну:** Массивтер математикалық тізбектерді компьютер жадында реттелген түрде сақтауға мүмкіндік береді, бұл олармен жұмыс істеуді жеңілдетеді.</a:t>
            </a:r>
          </a:p>
          <a:p>
            <a:pPr lvl="1">
              <a:spcAft>
                <a:spcPts val="800"/>
              </a:spcAft>
              <a:defRPr sz="1600">
                <a:latin typeface="Arial"/>
              </a:defRPr>
            </a:pPr>
            <a:r>
              <a:t>2.  **Алгоритмдерді әзірлеу:** Тізбектермен жұмыс істейтін алгоритмдерді (мысалы, тізбек мүшелерін табу, қосындысын есептеу, белгілі бір шартқа сәйкес мүшелерді сүзу) массивтер арқылы оңай жүзеге асыруға болады.</a:t>
            </a:r>
          </a:p>
          <a:p>
            <a:pPr lvl="1">
              <a:spcAft>
                <a:spcPts val="800"/>
              </a:spcAft>
              <a:defRPr sz="1600">
                <a:latin typeface="Arial"/>
              </a:defRPr>
            </a:pPr>
            <a:r>
              <a:t>3.  **Пәнаралық білім:** Бұл байланыс оқушылардың математикалық абстракцияларды компьютерлік модельдерге ауыстыру қабілетін дамытады, бұл олардың логикалық және алгоритмдік ойлауын жетілдіреді.</a:t>
            </a:r>
          </a:p>
          <a:p>
            <a:pPr>
              <a:spcAft>
                <a:spcPts val="800"/>
              </a:spcAft>
              <a:defRPr sz="1800">
                <a:latin typeface="Arial"/>
              </a:defRPr>
            </a:pPr>
            <a:r>
              <a:t>4.  **Практикалық қолданыс:** Қаржылық есептеулерде, деректерді талдауда, статистикада және ғылыми зерттеулерде тізбектер мен массивтер кеңінен қолданылады, бұл олардың әмбебаптығын көрсетеді.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Бүгінгі сабағымызда біз алгебрадағы "сан тізбектері" мен информатикадағы "бір өлшемді массивтер" арасындағы терең байланысты қарастырдық. Сан тізбектерін массивтер арқылы ұсыну компьютерлік бағдарламалаудағы деректерді ұйымдастырудың және өңдеудің негізгі тәсілдерінің бірі болып табылады. Бұл пәнаралық білім бізге күрделі математикалық есептерді тиімді шешуге және алгоритмдік ойлауды дамытуға көмектеседі. Математика – информатиканың негізі, ал информатика – математикалық идеяларды іске асыру құралы екенін есте сақтаңыз. Бұл білім болашақ IT мамандары мен ғалымдар үшін өте маңызды.</a:t>
            </a:r>
          </a:p>
          <a:p>
            <a:pPr>
              <a:spcAft>
                <a:spcPts val="800"/>
              </a:spcAft>
              <a:defRPr sz="1800">
                <a:latin typeface="Arial"/>
              </a:defRPr>
            </a:pPr>
            <a:r>
              <a:t>**Пайдаланылған әдебиеттер:**</a:t>
            </a:r>
          </a:p>
          <a:p>
            <a:pPr lvl="1">
              <a:spcAft>
                <a:spcPts val="800"/>
              </a:spcAft>
              <a:defRPr sz="1600">
                <a:latin typeface="Arial"/>
              </a:defRPr>
            </a:pPr>
            <a:r>
              <a:t>1.  Алгебра: Жалпы білім беретін мектептің 9-сыныбына арналған оқулық. – Алматы: «Мектеп» баспасы, 2019. Авторлары: Әбілқасымова А.Е., Бекбоев И.Б., Абдиев А.А., Жұмағұлова З.А.</a:t>
            </a:r>
          </a:p>
          <a:p>
            <a:pPr lvl="1">
              <a:spcAft>
                <a:spcPts val="800"/>
              </a:spcAft>
              <a:defRPr sz="1600">
                <a:latin typeface="Arial"/>
              </a:defRPr>
            </a:pPr>
            <a:r>
              <a:t>2.  Информатика: Жалпы білім беретін мектептің 9-сыныбына арналған оқулық. – Алматы: «Атамұра» баспасы, 2019. Авторлары: Қадырқұлов Р.Д., Нұрғалиева Г.К., Сейдахметова С.К.</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7-slide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