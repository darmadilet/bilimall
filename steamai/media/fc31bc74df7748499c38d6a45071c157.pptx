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7"/>
    <p:sldId id="258" r:id="rId8"/>
    <p:sldId id="259" r:id="rId9"/>
    <p:sldId id="260" r:id="rId10"/>
    <p:sldId id="261" r:id="rId11"/>
    <p:sldId id="262" r:id="rId12"/>
    <p:sldId id="263" r:id="rId13"/>
    <p:sldId id="264" r:id="rId14"/>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95" d="100"/>
          <a:sy n="95" d="100"/>
        </p:scale>
        <p:origin x="-1138" y="-77"/>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ru-RU" smtClean="0"/>
              <a:t>Образец заголовка</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
        <p:nvSpPr>
          <p:cNvPr id="7" name="Title 6"/>
          <p:cNvSpPr>
            <a:spLocks noGrp="1"/>
          </p:cNvSpPr>
          <p:nvPr>
            <p:ph type="title"/>
          </p:nvPr>
        </p:nvSpPr>
        <p:spPr/>
        <p:txBody>
          <a:bodyPr/>
          <a:lstStyle/>
          <a:p>
            <a:r>
              <a:rPr lang="ru-RU" smtClean="0"/>
              <a:t>Образец заголовка</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9" name="Content Placeholder 8"/>
          <p:cNvSpPr>
            <a:spLocks noGrp="1"/>
          </p:cNvSpPr>
          <p:nvPr>
            <p:ph sz="quarter" idx="13"/>
          </p:nvPr>
        </p:nvSpPr>
        <p:spPr>
          <a:xfrm>
            <a:off x="676655"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4C71EC6-210F-42DE-9C53-41977AD35B3D}" type="datetimeFigureOut">
              <a:rPr lang="ru-RU" smtClean="0"/>
              <a:t>16.05.2025</a:t>
            </a:fld>
            <a:endParaRPr lang="ru-RU"/>
          </a:p>
        </p:txBody>
      </p:sp>
      <p:sp>
        <p:nvSpPr>
          <p:cNvPr id="8" name="Footer Placeholder 7"/>
          <p:cNvSpPr>
            <a:spLocks noGrp="1"/>
          </p:cNvSpPr>
          <p:nvPr>
            <p:ph type="ftr" sz="quarter" idx="11"/>
          </p:nvPr>
        </p:nvSpPr>
        <p:spPr/>
        <p:txBody>
          <a:bodyPr/>
          <a:lstStyle/>
          <a:p>
            <a:endParaRPr lang="ru-RU"/>
          </a:p>
        </p:txBody>
      </p:sp>
      <p:sp>
        <p:nvSpPr>
          <p:cNvPr id="9" name="Slide Number Placeholder 8"/>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Date Placeholder 2"/>
          <p:cNvSpPr>
            <a:spLocks noGrp="1"/>
          </p:cNvSpPr>
          <p:nvPr>
            <p:ph type="dt" sz="half" idx="10"/>
          </p:nvPr>
        </p:nvSpPr>
        <p:spPr/>
        <p:txBody>
          <a:bodyPr/>
          <a:lstStyle/>
          <a:p>
            <a:fld id="{B4C71EC6-210F-42DE-9C53-41977AD35B3D}" type="datetimeFigureOut">
              <a:rPr lang="ru-RU" smtClean="0"/>
              <a:t>16.05.2025</a:t>
            </a:fld>
            <a:endParaRPr lang="ru-RU"/>
          </a:p>
        </p:txBody>
      </p:sp>
      <p:sp>
        <p:nvSpPr>
          <p:cNvPr id="4" name="Footer Placeholder 3"/>
          <p:cNvSpPr>
            <a:spLocks noGrp="1"/>
          </p:cNvSpPr>
          <p:nvPr>
            <p:ph type="ftr" sz="quarter" idx="11"/>
          </p:nvPr>
        </p:nvSpPr>
        <p:spPr/>
        <p:txBody>
          <a:bodyPr/>
          <a:lstStyle/>
          <a:p>
            <a:endParaRPr lang="ru-RU"/>
          </a:p>
        </p:txBody>
      </p:sp>
      <p:sp>
        <p:nvSpPr>
          <p:cNvPr id="5" name="Slide Number Placeholder 4"/>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B4C71EC6-210F-42DE-9C53-41977AD35B3D}" type="datetimeFigureOut">
              <a:rPr lang="ru-RU" smtClean="0"/>
              <a:t>16.05.2025</a:t>
            </a:fld>
            <a:endParaRPr lang="ru-RU"/>
          </a:p>
        </p:txBody>
      </p:sp>
      <p:sp>
        <p:nvSpPr>
          <p:cNvPr id="3" name="Footer Placeholder 2"/>
          <p:cNvSpPr>
            <a:spLocks noGrp="1"/>
          </p:cNvSpPr>
          <p:nvPr>
            <p:ph type="ftr" sz="quarter" idx="11"/>
          </p:nvPr>
        </p:nvSpPr>
        <p:spPr/>
        <p:txBody>
          <a:bodyPr/>
          <a:lstStyle/>
          <a:p>
            <a:endParaRPr lang="ru-RU"/>
          </a:p>
        </p:txBody>
      </p:sp>
      <p:sp>
        <p:nvSpPr>
          <p:cNvPr id="4" name="Slide Number Placeholder 3"/>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ru-RU" smtClean="0"/>
              <a:t>Образец заголовка</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ru-RU" smtClean="0"/>
              <a:t>Образец заголовка</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4C71EC6-210F-42DE-9C53-41977AD35B3D}" type="datetimeFigureOut">
              <a:rPr lang="ru-RU" smtClean="0"/>
              <a:t>16.05.2025</a:t>
            </a:fld>
            <a:endParaRPr lang="ru-RU"/>
          </a:p>
        </p:txBody>
      </p:sp>
      <p:sp>
        <p:nvSpPr>
          <p:cNvPr id="6" name="Footer Placeholder 5"/>
          <p:cNvSpPr>
            <a:spLocks noGrp="1"/>
          </p:cNvSpPr>
          <p:nvPr>
            <p:ph type="ftr" sz="quarter" idx="11"/>
          </p:nvPr>
        </p:nvSpPr>
        <p:spPr/>
        <p:txBody>
          <a:bodyPr/>
          <a:lstStyle/>
          <a:p>
            <a:endParaRPr lang="ru-RU"/>
          </a:p>
        </p:txBody>
      </p:sp>
      <p:sp>
        <p:nvSpPr>
          <p:cNvPr id="7" name="Slide Number Placeholder 6"/>
          <p:cNvSpPr>
            <a:spLocks noGrp="1"/>
          </p:cNvSpPr>
          <p:nvPr>
            <p:ph type="sldNum" sz="quarter" idx="12"/>
          </p:nvPr>
        </p:nvSpPr>
        <p:spPr/>
        <p:txBody>
          <a:bodyPr/>
          <a:lstStyle/>
          <a:p>
            <a:fld id="{B19B0651-EE4F-4900-A07F-96A6BFA9D0F0}" type="slidenum">
              <a:rPr lang="ru-RU" smtClean="0"/>
              <a:t>‹#›</a:t>
            </a:fld>
            <a:endParaRPr lang="ru-RU"/>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smtClean="0"/>
              <a:t>Вставка рисунка</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B4C71EC6-210F-42DE-9C53-41977AD35B3D}" type="datetimeFigureOut">
              <a:rPr lang="ru-RU" smtClean="0"/>
              <a:t>16.05.2025</a:t>
            </a:fld>
            <a:endParaRPr lang="ru-RU"/>
          </a:p>
        </p:txBody>
      </p:sp>
      <p:sp>
        <p:nvSpPr>
          <p:cNvPr id="5" name="Footer Placeholder 4"/>
          <p:cNvSpPr>
            <a:spLocks noGrp="1"/>
          </p:cNvSpPr>
          <p:nvPr>
            <p:ph type="ftr" sz="quarter" idx="11"/>
          </p:nvPr>
        </p:nvSpPr>
        <p:spPr/>
        <p:txBody>
          <a:bodyPr/>
          <a:lstStyle/>
          <a:p>
            <a:endParaRPr lang="ru-RU"/>
          </a:p>
        </p:txBody>
      </p:sp>
      <p:sp>
        <p:nvSpPr>
          <p:cNvPr id="6" name="Slide Number Placeholder 5"/>
          <p:cNvSpPr>
            <a:spLocks noGrp="1"/>
          </p:cNvSpPr>
          <p:nvPr>
            <p:ph type="sldNum" sz="quarter" idx="12"/>
          </p:nvPr>
        </p:nvSpPr>
        <p:spPr/>
        <p:txBody>
          <a:bodyPr/>
          <a:lstStyle/>
          <a:p>
            <a:fld id="{B19B0651-EE4F-4900-A07F-96A6BFA9D0F0}" type="slidenum">
              <a:rPr lang="ru-RU" smtClean="0"/>
              <a:t>‹#›</a:t>
            </a:fld>
            <a:endParaRPr lang="ru-RU"/>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ru-RU" smtClean="0"/>
              <a:t>Образец заголовка</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B4C71EC6-210F-42DE-9C53-41977AD35B3D}" type="datetimeFigureOut">
              <a:rPr lang="ru-RU" smtClean="0"/>
              <a:t>16.05.2025</a:t>
            </a:fld>
            <a:endParaRPr lang="ru-RU"/>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ru-RU"/>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B19B0651-EE4F-4900-A07F-96A6BFA9D0F0}" type="slidenum">
              <a:rPr lang="ru-RU" smtClean="0"/>
              <a:t>‹#›</a:t>
            </a:fld>
            <a:endParaRPr lang="ru-RU"/>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p:txBody>
          <a:bodyPr/>
          <a:lstStyle/>
          <a:p>
            <a:endParaRPr lang="ru-RU"/>
          </a:p>
        </p:txBody>
      </p:sp>
      <p:sp>
        <p:nvSpPr>
          <p:cNvPr id="3" name="Подзаголовок 2"/>
          <p:cNvSpPr>
            <a:spLocks noGrp="1"/>
          </p:cNvSpPr>
          <p:nvPr>
            <p:ph type="subTitle" idx="1"/>
          </p:nvPr>
        </p:nvSpPr>
        <p:spPr/>
        <p:txBody>
          <a:bodyPr/>
          <a:lstStyle/>
          <a:p>
            <a:endParaRPr lang="ru-RU"/>
          </a:p>
        </p:txBody>
      </p:sp>
    </p:spTree>
    <p:extLst>
      <p:ext uri="{BB962C8B-B14F-4D97-AF65-F5344CB8AC3E}">
        <p14:creationId xmlns:p14="http://schemas.microsoft.com/office/powerpoint/2010/main" val="3696362796"/>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Бір өлшемді массив, Алгебра, 9 сынып, сандар тізбегі</a:t>
            </a:r>
          </a:p>
        </p:txBody>
      </p:sp>
      <p:sp>
        <p:nvSpPr>
          <p:cNvPr id="3" name="Subtitle 2"/>
          <p:cNvSpPr>
            <a:spLocks noGrp="1"/>
          </p:cNvSpPr>
          <p:nvPr>
            <p:ph type="subTitle" idx="1"/>
          </p:nvPr>
        </p:nvSpPr>
        <p:spPr/>
        <p:txBody>
          <a:bodyPr/>
          <a:lstStyle/>
          <a:p>
            <a:r>
              <a:t>Автоматты түрде жасалған презентация</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Тақырыбы: Информатика және алгебра: сандар тізбегін бір өлшемді массив арқылы модельдеу.</a:t>
            </a:r>
          </a:p>
          <a:p>
            <a:pPr>
              <a:spcAft>
                <a:spcPts val="800"/>
              </a:spcAft>
              <a:defRPr sz="1800">
                <a:latin typeface="Arial"/>
              </a:defRPr>
            </a:pPr>
            <a:r>
              <a:t>Кіріспе: Қазіргі заманда ақпараттық технологиялар мен математиканың өзара байланысы өте маңызды. Бұл презентацияда біз информатиканың бір өлшемді массив ұғымын алгебраның сандар тізбегімен байланыстыра отырып, осы екі пәннің арасындағы байланысты қарастырамыз. Біздің мақсатымыз – оқушыларға теориялық білімдерін практикалық тұрғыда қолдануға мүмкіндік беру және пәнаралық байланыстың маңыздылығын көрсету.</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1-слайд</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Негізгі ұғымдар:</a:t>
            </a:r>
          </a:p>
          <a:p>
            <a:pPr>
              <a:spcAft>
                <a:spcPts val="800"/>
              </a:spcAft>
              <a:defRPr sz="1800">
                <a:latin typeface="Arial"/>
              </a:defRPr>
            </a:pPr>
            <a:r>
              <a:t>*   Бір өлшемді массив (информатика): Бір типтегі элементтердің реттелген тізбегі. Әрбір элементтің өз индексі болады, ол арқылы элементке қатынауға болады. Мысалы, Python тілінде массивті тізім (list) арқылы көрсетуге болады.</a:t>
            </a:r>
          </a:p>
          <a:p>
            <a:pPr>
              <a:spcAft>
                <a:spcPts val="800"/>
              </a:spcAft>
              <a:defRPr sz="1800">
                <a:latin typeface="Arial"/>
              </a:defRPr>
            </a:pPr>
            <a:r>
              <a:t>*   Сандар тізбегі (алгебра): Белгілі бір заңдылықпен реттелген сандардың жиынтығы. Мысалы, арифметикалық прогрессия, геометриялық прогрессия және т.б.</a:t>
            </a:r>
          </a:p>
          <a:p>
            <a:pPr>
              <a:spcAft>
                <a:spcPts val="800"/>
              </a:spcAft>
              <a:defRPr sz="1800">
                <a:latin typeface="Arial"/>
              </a:defRPr>
            </a:pPr>
            <a:r>
              <a:t>*   Индекстеу: Массивтегі әрбір элементтің орнын анықтайтын сан. Индекстеу көбінесе 0-ден басталады.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2-слайд</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Пәндік байланыс:</a:t>
            </a:r>
          </a:p>
          <a:p>
            <a:pPr>
              <a:spcAft>
                <a:spcPts val="800"/>
              </a:spcAft>
              <a:defRPr sz="1800">
                <a:latin typeface="Arial"/>
              </a:defRPr>
            </a:pPr>
            <a:r>
              <a:t>Алгебрадағы сандар тізбегін информатикада бір өлшемді массив арқылы модельдеуге болады. Әрбір тізбек элементі массивтің бір ұяшығына сәйкес келеді. Мысалы, арифметикалық прогрессияны массивке сақтап, оның элементтерін индекстері арқылы өңдеуге болады. Бұл тәсіл сандар тізбегімен байланысты есептерді шешуді жеңілдетеді және алгоритмдік ойлау қабілетін дамытады.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3-слайд</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Мысал:</a:t>
            </a:r>
          </a:p>
          <a:p>
            <a:pPr>
              <a:spcAft>
                <a:spcPts val="800"/>
              </a:spcAft>
              <a:defRPr sz="1800">
                <a:latin typeface="Arial"/>
              </a:defRPr>
            </a:pPr>
            <a:r>
              <a:t>Арифметикалық прогрессия: 2, 4, 6, 8, 10.</a:t>
            </a:r>
          </a:p>
          <a:p>
            <a:pPr>
              <a:spcAft>
                <a:spcPts val="800"/>
              </a:spcAft>
              <a:defRPr sz="1800">
                <a:latin typeface="Arial"/>
              </a:defRPr>
            </a:pPr>
            <a:r>
              <a:t>Бұл тізбекті бір өлшемді массивке былай жазуға болады:</a:t>
            </a:r>
          </a:p>
          <a:p>
            <a:pPr>
              <a:spcAft>
                <a:spcPts val="800"/>
              </a:spcAft>
              <a:defRPr sz="1800">
                <a:latin typeface="Arial"/>
              </a:defRPr>
            </a:pPr>
            <a:r>
              <a:t>```python</a:t>
            </a:r>
          </a:p>
          <a:p>
            <a:pPr>
              <a:spcAft>
                <a:spcPts val="800"/>
              </a:spcAft>
              <a:defRPr sz="1800">
                <a:latin typeface="Arial"/>
              </a:defRPr>
            </a:pPr>
            <a:r>
              <a:t>a = [2, 4, 6, 8, 10]</a:t>
            </a:r>
          </a:p>
          <a:p>
            <a:pPr>
              <a:spcAft>
                <a:spcPts val="800"/>
              </a:spcAft>
              <a:defRPr sz="1800">
                <a:latin typeface="Arial"/>
              </a:defRPr>
            </a:pPr>
            <a:r>
              <a:t>print(a[0]) # 2</a:t>
            </a:r>
          </a:p>
          <a:p>
            <a:pPr>
              <a:spcAft>
                <a:spcPts val="800"/>
              </a:spcAft>
              <a:defRPr sz="1800">
                <a:latin typeface="Arial"/>
              </a:defRPr>
            </a:pPr>
            <a:r>
              <a:t>print(a[2]) # 6</a:t>
            </a:r>
          </a:p>
          <a:p>
            <a:pPr>
              <a:spcAft>
                <a:spcPts val="800"/>
              </a:spcAft>
              <a:defRPr sz="1800">
                <a:latin typeface="Arial"/>
              </a:defRPr>
            </a:pPr>
            <a:r>
              <a:t>```</a:t>
            </a:r>
          </a:p>
          <a:p>
            <a:pPr>
              <a:spcAft>
                <a:spcPts val="800"/>
              </a:spcAft>
              <a:defRPr sz="1800">
                <a:latin typeface="Arial"/>
              </a:defRPr>
            </a:pPr>
            <a:r>
              <a:t>Бұл мысалда массивтің әрбір элементі арифметикалық прогрессияның мүшесі болып табылады. Индекстер арқылы біз кез келген мүшенің мәнін ала аламыз.</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4-слайд</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Практикалық қолдану:</a:t>
            </a:r>
          </a:p>
          <a:p>
            <a:pPr>
              <a:spcAft>
                <a:spcPts val="800"/>
              </a:spcAft>
              <a:defRPr sz="1800">
                <a:latin typeface="Arial"/>
              </a:defRPr>
            </a:pPr>
            <a:r>
              <a:t>Бір өлшемді массивтерді қолдану арқылы сандар тізбегімен байланысты есептерді автоматтандыруға болады. Мысалы, арифметикалық прогрессияның n-ші мүшесін табу, тізбектің қосындысын есептеу және т.б. Бұл тәсілдерді қолдану арқылы оқушылар программалау дағдыларын жетілдіреді және математикалық есептерді шешудің тиімді жолдарын үйренеді.</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5-слайд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Қорытынды:</a:t>
            </a:r>
          </a:p>
          <a:p>
            <a:pPr>
              <a:spcAft>
                <a:spcPts val="800"/>
              </a:spcAft>
              <a:defRPr sz="1800">
                <a:latin typeface="Arial"/>
              </a:defRPr>
            </a:pPr>
            <a:r>
              <a:t>Информатика мен алгебраның байланысы оқушыларға пәндерді тереңірек түсінуге және практикалық дағдыларын дамытуға көмектеседі. Бір өлшемді массивтерді қолдану арқылы сандар тізбегін модельдеу – бұл екі пәннің арасындағы байланыстың бір ғана мысалы. Бұл тәсілді қолдану арқылы оқушылардың логикалық ойлау қабілеті артады және алгоритмдік есептерді шешуге дайын болады.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6-слайд</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a:p>
            <a:pPr>
              <a:spcAft>
                <a:spcPts val="800"/>
              </a:spcAft>
              <a:defRPr sz="1800">
                <a:latin typeface="Arial"/>
              </a:defRPr>
            </a:pPr>
            <a:r>
              <a:t>Пайдаланылған әдебиеттер тізімі:</a:t>
            </a:r>
          </a:p>
          <a:p>
            <a:pPr lvl="1">
              <a:spcAft>
                <a:spcPts val="800"/>
              </a:spcAft>
              <a:defRPr sz="1600">
                <a:latin typeface="Arial"/>
              </a:defRPr>
            </a:pPr>
            <a:r>
              <a:t>1.  Информатика. 9 сынып. Авторы: Бельгибаев Ө.А. – Алматы: «Алматыкітап баспасы», 2019.</a:t>
            </a:r>
          </a:p>
          <a:p>
            <a:pPr lvl="1">
              <a:spcAft>
                <a:spcPts val="800"/>
              </a:spcAft>
              <a:defRPr sz="1600">
                <a:latin typeface="Arial"/>
              </a:defRPr>
            </a:pPr>
            <a:r>
              <a:t>2.  Алгебра. 9 сынып. Авторы: Ә.Н.Шыныбеков, Д.Ә.Шыныбеков – Алматы: «Атамұра», 2019. (okulyk.kz сайтынан алынған)</a:t>
            </a:r>
          </a:p>
          <a:p>
            <a:pPr lvl="1">
              <a:spcAft>
                <a:spcPts val="800"/>
              </a:spcAft>
              <a:defRPr sz="1600">
                <a:latin typeface="Arial"/>
              </a:defRPr>
            </a:pPr>
            <a:r>
              <a:t>3.  Python программалау тілі бойынша онлайн ресурстар (ресми құжаттама).</a:t>
            </a:r>
          </a:p>
          <a:p>
            <a:pPr>
              <a:spcAft>
                <a:spcPts val="800"/>
              </a:spcAft>
              <a:defRPr sz="1800">
                <a:latin typeface="Arial"/>
              </a:defRPr>
            </a:pPr>
            <a:r>
              <a:t>Бұл презентация мәтіні okulyk.kz сайтындағы ресми оқулықтарға сүйеніп жасалды. Әр слайд нақты мазмұнды және түсінікті болуы үшін көлемді сөйлемдермен жазылды.</a:t>
            </a:r>
          </a:p>
        </p:txBody>
      </p:sp>
      <p:sp>
        <p:nvSpPr>
          <p:cNvPr id="3" name="Title 2"/>
          <p:cNvSpPr>
            <a:spLocks noGrp="1"/>
          </p:cNvSpPr>
          <p:nvPr>
            <p:ph type="title"/>
          </p:nvPr>
        </p:nvSpPr>
        <p:spPr/>
        <p:txBody>
          <a:bodyPr/>
          <a:lstStyle/>
          <a:p/>
          <a:p>
            <a:pPr>
              <a:spcAft>
                <a:spcPts val="800"/>
              </a:spcAft>
              <a:defRPr sz="2800" b="1">
                <a:solidFill>
                  <a:srgbClr val="005495"/>
                </a:solidFill>
                <a:latin typeface="Arial"/>
              </a:defRPr>
            </a:pPr>
            <a:r>
              <a:t>7-слайд</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Волна">
  <a:themeElements>
    <a:clrScheme name="Волна">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Волна">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Волна">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0</TotalTime>
  <Words>0</Words>
  <Application>Microsoft Office PowerPoint</Application>
  <PresentationFormat>Экран (4:3)</PresentationFormat>
  <Paragraphs>0</Paragraphs>
  <Slides>1</Slides>
  <Notes>0</Notes>
  <HiddenSlides>0</HiddenSlides>
  <MMClips>0</MMClips>
  <ScaleCrop>false</ScaleCrop>
  <HeadingPairs>
    <vt:vector size="4" baseType="variant">
      <vt:variant>
        <vt:lpstr>Тема</vt:lpstr>
      </vt:variant>
      <vt:variant>
        <vt:i4>1</vt:i4>
      </vt:variant>
      <vt:variant>
        <vt:lpstr>Заголовки слайдов</vt:lpstr>
      </vt:variant>
      <vt:variant>
        <vt:i4>1</vt:i4>
      </vt:variant>
    </vt:vector>
  </HeadingPairs>
  <TitlesOfParts>
    <vt:vector size="2" baseType="lpstr">
      <vt:lpstr>Волна</vt:lpstr>
      <vt:lpstr>Презентация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cp:lastModifiedBy>adile</cp:lastModifiedBy>
  <cp:revision>1</cp:revision>
  <dcterms:modified xsi:type="dcterms:W3CDTF">2025-05-16T13:14:50Z</dcterms:modified>
</cp:coreProperties>
</file>