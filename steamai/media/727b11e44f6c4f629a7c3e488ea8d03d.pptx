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Құрметті оқушылар мен ұстаздар! Бүгінгі презентациямыз "Бір өлшемді массивтер және сандар тізбектері: Информатика мен алгебраның байланысы" тақырыбына арналады. Біз информатика мен жаратылыстану ғылымдарының, дәлірек айтқанда, алгебраның арасындағы тығыз байланысты қарастырамыз. Мақсатымыз – бір өлшемді массивтердің алгебралық сандар тізбектерін модельдеудегі рөлін көрсету, осылайша пәнаралық білімді нығайту. Бұл тақырыпты меңгеру сіздерге информатикалық ойлауды дамытуға, математикалық есептерді шешуге және нақты өмірлік мәселелерді модельдеуге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1-слайд: Кіріспе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Ең алдымен, негізгі ұғымдарға тоқталайық. Бір өлшемді массив – бұл бір типтегі элементтердің тізбегі, олар компьютер жадында қатарынан орналасады және бір атаумен белгіленеді. Әрбір элементтің өз индексі болады, ол арқылы оған қол жеткізуге болады. Ал сандар тізбегі – бұл белгілі бір заңдылықпен орналасқан сандардың жиынтығы. Мысалы, арифметикалық прогрессия, геометриялық прогрессия және Фибоначчи сандары – сандар тізбектерінің кең таралған түрлері. Массивтер информатикада деректерді сақтау және өңдеу үшін қолданылады, ал сандар тізбектері математикада заңдылықтарды анықтау және есептеулер жүргізу үшін маңызды.</a:t>
            </a:r>
          </a:p>
        </p:txBody>
      </p:sp>
      <p:sp>
        <p:nvSpPr>
          <p:cNvPr id="3" name="Title 2"/>
          <p:cNvSpPr>
            <a:spLocks noGrp="1"/>
          </p:cNvSpPr>
          <p:nvPr>
            <p:ph type="title"/>
          </p:nvPr>
        </p:nvSpPr>
        <p:spPr/>
        <p:txBody>
          <a:bodyPr/>
          <a:lstStyle/>
          <a:p>
            <a:pPr>
              <a:defRPr b="1" sz="2800">
                <a:solidFill>
                  <a:srgbClr val="005495"/>
                </a:solidFill>
                <a:latin typeface="Arial"/>
              </a:defRPr>
            </a:pPr>
            <a:r>
              <a:t>2-слайд: Негізгі ұғымдар: Бір өлшемді массив және сандар тізбегі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 мен алгебраның байланысы бір өлшемді массивтерді қолдану арқылы сандар тізбектерін модельдеуде көрінеді. Массивтерді пайдалана отырып, біз арифметикалық прогрессияның элементтерін, геометриялық прогрессияның мүшелерін немесе Фибоначчи сандарын сақтай және өңдей аламыз. Мысалы, арифметикалық прогрессияның бірінші мүшесін және айырмасын біле отырып, біз массив арқылы прогрессияның кез келген мүшесін есептей аламыз. Бұл әдіс математикалық есептеулерді автоматтандыруға және үлкен көлемді деректермен жұмыс істеуге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3-слайд: Пәндік байланыс: Массивтер арқылы сандар тізбектерін модельдеу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Арифметикалық прогрессияны қарастырайық: 2, 5, 8, 11, 14... Бұл тізбектің бірінші мүшесі (a₁) 2-ге тең, ал айырмасы (d) 3-ке тең. Енді осы прогрессияның алғашқы 10 мүшесін массивте сақтау үшін бағдарлама құруға болады. Программа массивтің әрбір элементін есептейді: a[i] = a₁ + (i-1) * d. Осылайша, біз массивте арифметикалық прогрессияның қажетті мүшелерін сақтап, олармен әртүрлі операциялар жасай аламыз, мысалы, қосындысын табу, ең үлкен немесе ең кіші элементті анықтау. Бұл мысал информатиканың алгебралық есептерді шешуде қаншалықты пайдалы екенін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4-слайд: Мысал: Арифметикалық прогрессияны массивте сақтау және өңдеу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Қорытындылай келе, информатика мен алгебраның байланысы өте маңызды және тиімді екенін атап өткіміз келеді. Бір өлшемді массивтер алгебралық сандар тізбектерін модельдеуге және өңдеуге мүмкіндік береді, бұл математикалық есептеулерді жеңілдетеді және автоматтандырады. Бұл білім сіздерге информатикалық және математикалық есептерді шешу дағдыларын дамытуға, сондай-ақ пәнаралық байланыстарды түсінуге көмектеседі. Назарларыңызға рақмет!</a:t>
            </a:r>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 сынып, Б.Қ.Сағымбаева, Н.Е.Ықсанов, Д.Т.Жапарова, "Арман-ПВ" баспасы, 2019 жыл</a:t>
            </a:r>
          </a:p>
          <a:p>
            <a:pPr lvl="1">
              <a:spcAft>
                <a:spcPts val="800"/>
              </a:spcAft>
              <a:defRPr sz="1600">
                <a:latin typeface="Arial"/>
              </a:defRPr>
            </a:pPr>
            <a:r>
              <a:t>2.  Алгебра, 9 сынып, Ә.Н.Шыныбеков, Д.Ә.Шыныбеков, "Атамұра" баспасы, 2019 жыл. (okulyk.kz сайтынан алынған)</a:t>
            </a:r>
          </a:p>
          <a:p>
            <a:pPr>
              <a:spcAft>
                <a:spcPts val="800"/>
              </a:spcAft>
              <a:defRPr sz="1800">
                <a:latin typeface="Arial"/>
              </a:defRPr>
            </a:pPr>
            <a:r>
              <a:t>Осы мәтін okulyk.kz сайтындағы ресми оқулықтарға сүйене отырып жасалды.</a:t>
            </a:r>
          </a:p>
        </p:txBody>
      </p:sp>
      <p:sp>
        <p:nvSpPr>
          <p:cNvPr id="3" name="Title 2"/>
          <p:cNvSpPr>
            <a:spLocks noGrp="1"/>
          </p:cNvSpPr>
          <p:nvPr>
            <p:ph type="title"/>
          </p:nvPr>
        </p:nvSpPr>
        <p:spPr/>
        <p:txBody>
          <a:bodyPr/>
          <a:lstStyle/>
          <a:p>
            <a:pPr>
              <a:defRPr b="1" sz="2800">
                <a:solidFill>
                  <a:srgbClr val="005495"/>
                </a:solidFill>
                <a:latin typeface="Arial"/>
              </a:defRPr>
            </a:pPr>
            <a:r>
              <a:t>5-слайд: Қорытынды</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